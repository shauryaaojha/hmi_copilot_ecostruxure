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147479271" r:id="rId5"/>
    <p:sldId id="2147479269" r:id="rId6"/>
    <p:sldId id="214747927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9755CB-D30E-759B-9353-4FEB942DF03C}" v="167" dt="2026-09-09T09:04:32.9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ARAJU KATTAMURI" userId="S::sesa407973@se.com::b02938cf-26b6-4b51-8cb8-c97403f61e72" providerId="AD" clId="Web-{8A9755CB-D30E-759B-9353-4FEB942DF03C}"/>
    <pc:docChg chg="addSld modSld sldOrd">
      <pc:chgData name="VENKATARAJU KATTAMURI" userId="S::sesa407973@se.com::b02938cf-26b6-4b51-8cb8-c97403f61e72" providerId="AD" clId="Web-{8A9755CB-D30E-759B-9353-4FEB942DF03C}" dt="2026-09-09T09:04:32.985" v="114" actId="1076"/>
      <pc:docMkLst>
        <pc:docMk/>
      </pc:docMkLst>
      <pc:sldChg chg="addSp delSp modSp new ord">
        <pc:chgData name="VENKATARAJU KATTAMURI" userId="S::sesa407973@se.com::b02938cf-26b6-4b51-8cb8-c97403f61e72" providerId="AD" clId="Web-{8A9755CB-D30E-759B-9353-4FEB942DF03C}" dt="2026-09-09T09:04:32.985" v="114" actId="1076"/>
        <pc:sldMkLst>
          <pc:docMk/>
          <pc:sldMk cId="2460186697" sldId="2147479271"/>
        </pc:sldMkLst>
        <pc:spChg chg="add mod">
          <ac:chgData name="VENKATARAJU KATTAMURI" userId="S::sesa407973@se.com::b02938cf-26b6-4b51-8cb8-c97403f61e72" providerId="AD" clId="Web-{8A9755CB-D30E-759B-9353-4FEB942DF03C}" dt="2026-09-09T09:04:32.985" v="113" actId="1076"/>
          <ac:spMkLst>
            <pc:docMk/>
            <pc:sldMk cId="2460186697" sldId="2147479271"/>
            <ac:spMk id="2" creationId="{70E02646-8215-F552-FA71-29215041CAD7}"/>
          </ac:spMkLst>
        </pc:spChg>
        <pc:spChg chg="add del mod">
          <ac:chgData name="VENKATARAJU KATTAMURI" userId="S::sesa407973@se.com::b02938cf-26b6-4b51-8cb8-c97403f61e72" providerId="AD" clId="Web-{8A9755CB-D30E-759B-9353-4FEB942DF03C}" dt="2026-09-09T08:57:11.404" v="6"/>
          <ac:spMkLst>
            <pc:docMk/>
            <pc:sldMk cId="2460186697" sldId="2147479271"/>
            <ac:spMk id="3" creationId="{7A0D0ED7-02B1-691E-7368-2F37300E49BE}"/>
          </ac:spMkLst>
        </pc:spChg>
        <pc:spChg chg="add del mod">
          <ac:chgData name="VENKATARAJU KATTAMURI" userId="S::sesa407973@se.com::b02938cf-26b6-4b51-8cb8-c97403f61e72" providerId="AD" clId="Web-{8A9755CB-D30E-759B-9353-4FEB942DF03C}" dt="2026-09-09T08:57:39.967" v="21"/>
          <ac:spMkLst>
            <pc:docMk/>
            <pc:sldMk cId="2460186697" sldId="2147479271"/>
            <ac:spMk id="4" creationId="{96D9422B-15E7-D57F-CAA2-031399B527F3}"/>
          </ac:spMkLst>
        </pc:spChg>
        <pc:spChg chg="add del mod">
          <ac:chgData name="VENKATARAJU KATTAMURI" userId="S::sesa407973@se.com::b02938cf-26b6-4b51-8cb8-c97403f61e72" providerId="AD" clId="Web-{8A9755CB-D30E-759B-9353-4FEB942DF03C}" dt="2026-09-09T08:57:34.248" v="13"/>
          <ac:spMkLst>
            <pc:docMk/>
            <pc:sldMk cId="2460186697" sldId="2147479271"/>
            <ac:spMk id="5" creationId="{9D4235A7-D958-6B93-A76B-487C3342AB4A}"/>
          </ac:spMkLst>
        </pc:spChg>
        <pc:spChg chg="add mod">
          <ac:chgData name="VENKATARAJU KATTAMURI" userId="S::sesa407973@se.com::b02938cf-26b6-4b51-8cb8-c97403f61e72" providerId="AD" clId="Web-{8A9755CB-D30E-759B-9353-4FEB942DF03C}" dt="2026-09-09T09:04:32.985" v="114" actId="1076"/>
          <ac:spMkLst>
            <pc:docMk/>
            <pc:sldMk cId="2460186697" sldId="2147479271"/>
            <ac:spMk id="6" creationId="{E81E60E5-6513-038E-78A3-B2D6BA3B655E}"/>
          </ac:spMkLst>
        </pc:spChg>
        <pc:spChg chg="add del mod">
          <ac:chgData name="VENKATARAJU KATTAMURI" userId="S::sesa407973@se.com::b02938cf-26b6-4b51-8cb8-c97403f61e72" providerId="AD" clId="Web-{8A9755CB-D30E-759B-9353-4FEB942DF03C}" dt="2026-09-09T08:58:35.048" v="35"/>
          <ac:spMkLst>
            <pc:docMk/>
            <pc:sldMk cId="2460186697" sldId="2147479271"/>
            <ac:spMk id="7" creationId="{6573616A-BFFD-0731-FEC6-9797EE52F6F9}"/>
          </ac:spMkLst>
        </pc:spChg>
        <pc:picChg chg="add mod">
          <ac:chgData name="VENKATARAJU KATTAMURI" userId="S::sesa407973@se.com::b02938cf-26b6-4b51-8cb8-c97403f61e72" providerId="AD" clId="Web-{8A9755CB-D30E-759B-9353-4FEB942DF03C}" dt="2026-09-09T09:04:23.141" v="112" actId="1076"/>
          <ac:picMkLst>
            <pc:docMk/>
            <pc:sldMk cId="2460186697" sldId="2147479271"/>
            <ac:picMk id="8" creationId="{1C764DEC-D24A-47E1-8F32-3ACF9A534C18}"/>
          </ac:picMkLst>
        </pc:picChg>
      </pc:sldChg>
    </pc:docChg>
  </pc:docChgLst>
  <pc:docChgLst>
    <pc:chgData name="VENKATARAJU KATTAMURI" userId="S::sesa407973@se.com::b02938cf-26b6-4b51-8cb8-c97403f61e72" providerId="AD" clId="Web-{0D3E1BD6-3C43-A855-D4E9-1F099B9F7E7F}"/>
    <pc:docChg chg="modSld">
      <pc:chgData name="VENKATARAJU KATTAMURI" userId="S::sesa407973@se.com::b02938cf-26b6-4b51-8cb8-c97403f61e72" providerId="AD" clId="Web-{0D3E1BD6-3C43-A855-D4E9-1F099B9F7E7F}" dt="2026-08-11T06:32:09.860" v="55" actId="14100"/>
      <pc:docMkLst>
        <pc:docMk/>
      </pc:docMkLst>
    </pc:docChg>
  </pc:docChgLst>
  <pc:docChgLst>
    <pc:chgData name="Sandeep BHATTACHARJEE" userId="66d29c88-7e99-48b4-8fef-ed109a810191" providerId="ADAL" clId="{6FDC88EB-9668-41C8-8F23-12E9E7E239A4}"/>
    <pc:docChg chg="undo redo custSel addSld delSld modSld">
      <pc:chgData name="Sandeep BHATTACHARJEE" userId="66d29c88-7e99-48b4-8fef-ed109a810191" providerId="ADAL" clId="{6FDC88EB-9668-41C8-8F23-12E9E7E239A4}" dt="2026-08-12T04:24:49.902" v="4947" actId="478"/>
      <pc:docMkLst>
        <pc:docMk/>
      </pc:docMkLst>
      <pc:sldChg chg="addSp delSp modSp mod">
        <pc:chgData name="Sandeep BHATTACHARJEE" userId="66d29c88-7e99-48b4-8fef-ed109a810191" providerId="ADAL" clId="{6FDC88EB-9668-41C8-8F23-12E9E7E239A4}" dt="2026-08-12T04:24:49.902" v="4947" actId="478"/>
        <pc:sldMkLst>
          <pc:docMk/>
          <pc:sldMk cId="2815786062" sldId="2147479269"/>
        </pc:sldMkLst>
        <pc:spChg chg="add mod topLvl">
          <ac:chgData name="Sandeep BHATTACHARJEE" userId="66d29c88-7e99-48b4-8fef-ed109a810191" providerId="ADAL" clId="{6FDC88EB-9668-41C8-8F23-12E9E7E239A4}" dt="2026-08-12T04:10:34.798" v="4683" actId="14100"/>
          <ac:spMkLst>
            <pc:docMk/>
            <pc:sldMk cId="2815786062" sldId="2147479269"/>
            <ac:spMk id="2" creationId="{2B31AA46-694E-8E8F-A4DA-B012004DA0CB}"/>
          </ac:spMkLst>
        </pc:spChg>
        <pc:spChg chg="add mod topLvl">
          <ac:chgData name="Sandeep BHATTACHARJEE" userId="66d29c88-7e99-48b4-8fef-ed109a810191" providerId="ADAL" clId="{6FDC88EB-9668-41C8-8F23-12E9E7E239A4}" dt="2026-08-12T04:09:04.780" v="4678" actId="164"/>
          <ac:spMkLst>
            <pc:docMk/>
            <pc:sldMk cId="2815786062" sldId="2147479269"/>
            <ac:spMk id="4" creationId="{5E07446B-D1B8-2A60-7F4D-A700B3AF7C03}"/>
          </ac:spMkLst>
        </pc:spChg>
        <pc:spChg chg="add mod topLvl">
          <ac:chgData name="Sandeep BHATTACHARJEE" userId="66d29c88-7e99-48b4-8fef-ed109a810191" providerId="ADAL" clId="{6FDC88EB-9668-41C8-8F23-12E9E7E239A4}" dt="2026-08-12T03:59:50.940" v="4546" actId="1036"/>
          <ac:spMkLst>
            <pc:docMk/>
            <pc:sldMk cId="2815786062" sldId="2147479269"/>
            <ac:spMk id="9" creationId="{EB471031-2EB4-7F94-D4F7-9B3EABD8F7BF}"/>
          </ac:spMkLst>
        </pc:spChg>
        <pc:spChg chg="add mod">
          <ac:chgData name="Sandeep BHATTACHARJEE" userId="66d29c88-7e99-48b4-8fef-ed109a810191" providerId="ADAL" clId="{6FDC88EB-9668-41C8-8F23-12E9E7E239A4}" dt="2026-08-12T04:14:32.251" v="4708" actId="6549"/>
          <ac:spMkLst>
            <pc:docMk/>
            <pc:sldMk cId="2815786062" sldId="2147479269"/>
            <ac:spMk id="11" creationId="{310EDC49-4B22-99B8-68DE-D8A61BB82AB2}"/>
          </ac:spMkLst>
        </pc:spChg>
        <pc:spChg chg="add mod">
          <ac:chgData name="Sandeep BHATTACHARJEE" userId="66d29c88-7e99-48b4-8fef-ed109a810191" providerId="ADAL" clId="{6FDC88EB-9668-41C8-8F23-12E9E7E239A4}" dt="2026-08-12T04:08:49.468" v="4675" actId="1076"/>
          <ac:spMkLst>
            <pc:docMk/>
            <pc:sldMk cId="2815786062" sldId="2147479269"/>
            <ac:spMk id="12" creationId="{5860A6DD-8F0C-69CA-6A21-34B2C7638825}"/>
          </ac:spMkLst>
        </pc:spChg>
        <pc:spChg chg="add mod topLvl">
          <ac:chgData name="Sandeep BHATTACHARJEE" userId="66d29c88-7e99-48b4-8fef-ed109a810191" providerId="ADAL" clId="{6FDC88EB-9668-41C8-8F23-12E9E7E239A4}" dt="2026-08-12T04:13:13.406" v="4703" actId="1076"/>
          <ac:spMkLst>
            <pc:docMk/>
            <pc:sldMk cId="2815786062" sldId="2147479269"/>
            <ac:spMk id="14" creationId="{65944B32-8FBE-641A-0045-372EB775E31C}"/>
          </ac:spMkLst>
        </pc:spChg>
        <pc:spChg chg="add mod">
          <ac:chgData name="Sandeep BHATTACHARJEE" userId="66d29c88-7e99-48b4-8fef-ed109a810191" providerId="ADAL" clId="{6FDC88EB-9668-41C8-8F23-12E9E7E239A4}" dt="2026-08-12T04:13:49.345" v="4707" actId="1076"/>
          <ac:spMkLst>
            <pc:docMk/>
            <pc:sldMk cId="2815786062" sldId="2147479269"/>
            <ac:spMk id="15" creationId="{526FA8E3-634C-87DB-DE78-2E42B8B14D1C}"/>
          </ac:spMkLst>
        </pc:spChg>
        <pc:spChg chg="add mod">
          <ac:chgData name="Sandeep BHATTACHARJEE" userId="66d29c88-7e99-48b4-8fef-ed109a810191" providerId="ADAL" clId="{6FDC88EB-9668-41C8-8F23-12E9E7E239A4}" dt="2026-08-12T04:07:05.697" v="4664" actId="5793"/>
          <ac:spMkLst>
            <pc:docMk/>
            <pc:sldMk cId="2815786062" sldId="2147479269"/>
            <ac:spMk id="16" creationId="{11281B43-1308-72E3-0B7C-B5433F395426}"/>
          </ac:spMkLst>
        </pc:spChg>
        <pc:spChg chg="add mod">
          <ac:chgData name="Sandeep BHATTACHARJEE" userId="66d29c88-7e99-48b4-8fef-ed109a810191" providerId="ADAL" clId="{6FDC88EB-9668-41C8-8F23-12E9E7E239A4}" dt="2026-08-12T04:13:35.500" v="4706" actId="1076"/>
          <ac:spMkLst>
            <pc:docMk/>
            <pc:sldMk cId="2815786062" sldId="2147479269"/>
            <ac:spMk id="17" creationId="{B382596D-30D2-989C-F32E-B3AA11FF0A4E}"/>
          </ac:spMkLst>
        </pc:spChg>
        <pc:spChg chg="add mod topLvl">
          <ac:chgData name="Sandeep BHATTACHARJEE" userId="66d29c88-7e99-48b4-8fef-ed109a810191" providerId="ADAL" clId="{6FDC88EB-9668-41C8-8F23-12E9E7E239A4}" dt="2026-08-12T04:09:04.780" v="4678" actId="164"/>
          <ac:spMkLst>
            <pc:docMk/>
            <pc:sldMk cId="2815786062" sldId="2147479269"/>
            <ac:spMk id="19" creationId="{3EFF9208-4FD3-133D-D130-C0383C62CA68}"/>
          </ac:spMkLst>
        </pc:spChg>
        <pc:spChg chg="add mod">
          <ac:chgData name="Sandeep BHATTACHARJEE" userId="66d29c88-7e99-48b4-8fef-ed109a810191" providerId="ADAL" clId="{6FDC88EB-9668-41C8-8F23-12E9E7E239A4}" dt="2026-08-12T04:06:50.361" v="4648" actId="5793"/>
          <ac:spMkLst>
            <pc:docMk/>
            <pc:sldMk cId="2815786062" sldId="2147479269"/>
            <ac:spMk id="20" creationId="{761DB01F-E7BD-63C3-F1FB-DCF2ED4DD87F}"/>
          </ac:spMkLst>
        </pc:spChg>
        <pc:spChg chg="mod topLvl">
          <ac:chgData name="Sandeep BHATTACHARJEE" userId="66d29c88-7e99-48b4-8fef-ed109a810191" providerId="ADAL" clId="{6FDC88EB-9668-41C8-8F23-12E9E7E239A4}" dt="2026-08-12T04:08:31.429" v="4673" actId="165"/>
          <ac:spMkLst>
            <pc:docMk/>
            <pc:sldMk cId="2815786062" sldId="2147479269"/>
            <ac:spMk id="23" creationId="{BF4EAFBB-D382-E074-777B-ECD28280FAE6}"/>
          </ac:spMkLst>
        </pc:spChg>
        <pc:spChg chg="add mod">
          <ac:chgData name="Sandeep BHATTACHARJEE" userId="66d29c88-7e99-48b4-8fef-ed109a810191" providerId="ADAL" clId="{6FDC88EB-9668-41C8-8F23-12E9E7E239A4}" dt="2026-08-12T04:08:31.429" v="4673" actId="165"/>
          <ac:spMkLst>
            <pc:docMk/>
            <pc:sldMk cId="2815786062" sldId="2147479269"/>
            <ac:spMk id="28" creationId="{8E3AF0F1-EA84-1103-480C-9A443B912195}"/>
          </ac:spMkLst>
        </pc:spChg>
        <pc:spChg chg="mod">
          <ac:chgData name="Sandeep BHATTACHARJEE" userId="66d29c88-7e99-48b4-8fef-ed109a810191" providerId="ADAL" clId="{6FDC88EB-9668-41C8-8F23-12E9E7E239A4}" dt="2026-08-12T04:12:57.644" v="4702" actId="1038"/>
          <ac:spMkLst>
            <pc:docMk/>
            <pc:sldMk cId="2815786062" sldId="2147479269"/>
            <ac:spMk id="31" creationId="{E203BD9E-8DF0-728C-5575-1E97F3F49222}"/>
          </ac:spMkLst>
        </pc:spChg>
        <pc:spChg chg="mod">
          <ac:chgData name="Sandeep BHATTACHARJEE" userId="66d29c88-7e99-48b4-8fef-ed109a810191" providerId="ADAL" clId="{6FDC88EB-9668-41C8-8F23-12E9E7E239A4}" dt="2026-08-11T09:36:22.405" v="3680" actId="14100"/>
          <ac:spMkLst>
            <pc:docMk/>
            <pc:sldMk cId="2815786062" sldId="2147479269"/>
            <ac:spMk id="32" creationId="{2FC0D952-A783-290E-0A92-894EBAD3662F}"/>
          </ac:spMkLst>
        </pc:spChg>
        <pc:spChg chg="mod">
          <ac:chgData name="Sandeep BHATTACHARJEE" userId="66d29c88-7e99-48b4-8fef-ed109a810191" providerId="ADAL" clId="{6FDC88EB-9668-41C8-8F23-12E9E7E239A4}" dt="2026-08-11T10:01:56.146" v="3889" actId="20577"/>
          <ac:spMkLst>
            <pc:docMk/>
            <pc:sldMk cId="2815786062" sldId="2147479269"/>
            <ac:spMk id="37" creationId="{C9C1F155-9087-0047-FAC1-7A4D7890B79C}"/>
          </ac:spMkLst>
        </pc:spChg>
        <pc:spChg chg="mod">
          <ac:chgData name="Sandeep BHATTACHARJEE" userId="66d29c88-7e99-48b4-8fef-ed109a810191" providerId="ADAL" clId="{6FDC88EB-9668-41C8-8F23-12E9E7E239A4}" dt="2026-08-11T09:58:14.179" v="3770" actId="14100"/>
          <ac:spMkLst>
            <pc:docMk/>
            <pc:sldMk cId="2815786062" sldId="2147479269"/>
            <ac:spMk id="38" creationId="{0C2087CC-193E-5DB2-525C-5FF36F7B665F}"/>
          </ac:spMkLst>
        </pc:spChg>
        <pc:spChg chg="mod">
          <ac:chgData name="Sandeep BHATTACHARJEE" userId="66d29c88-7e99-48b4-8fef-ed109a810191" providerId="ADAL" clId="{6FDC88EB-9668-41C8-8F23-12E9E7E239A4}" dt="2026-08-11T10:00:59.891" v="3828"/>
          <ac:spMkLst>
            <pc:docMk/>
            <pc:sldMk cId="2815786062" sldId="2147479269"/>
            <ac:spMk id="42" creationId="{16AAC256-C22C-60EF-FC16-4CB8CA941762}"/>
          </ac:spMkLst>
        </pc:spChg>
        <pc:spChg chg="mod">
          <ac:chgData name="Sandeep BHATTACHARJEE" userId="66d29c88-7e99-48b4-8fef-ed109a810191" providerId="ADAL" clId="{6FDC88EB-9668-41C8-8F23-12E9E7E239A4}" dt="2026-08-11T10:02:52.447" v="3898" actId="403"/>
          <ac:spMkLst>
            <pc:docMk/>
            <pc:sldMk cId="2815786062" sldId="2147479269"/>
            <ac:spMk id="44" creationId="{F083A9BC-120F-0BE1-1C2B-EBCC2F46B2F9}"/>
          </ac:spMkLst>
        </pc:spChg>
        <pc:grpChg chg="add mod">
          <ac:chgData name="Sandeep BHATTACHARJEE" userId="66d29c88-7e99-48b4-8fef-ed109a810191" providerId="ADAL" clId="{6FDC88EB-9668-41C8-8F23-12E9E7E239A4}" dt="2026-08-12T03:48:14.089" v="4035" actId="14100"/>
          <ac:grpSpMkLst>
            <pc:docMk/>
            <pc:sldMk cId="2815786062" sldId="2147479269"/>
            <ac:grpSpMk id="5" creationId="{812F502A-469F-420A-FEA8-59809BAED447}"/>
          </ac:grpSpMkLst>
        </pc:grpChg>
        <pc:grpChg chg="add mod">
          <ac:chgData name="Sandeep BHATTACHARJEE" userId="66d29c88-7e99-48b4-8fef-ed109a810191" providerId="ADAL" clId="{6FDC88EB-9668-41C8-8F23-12E9E7E239A4}" dt="2026-08-12T04:09:42.727" v="4682" actId="1038"/>
          <ac:grpSpMkLst>
            <pc:docMk/>
            <pc:sldMk cId="2815786062" sldId="2147479269"/>
            <ac:grpSpMk id="24" creationId="{20E15E61-36A7-EC78-77D0-BFA4C9BD9592}"/>
          </ac:grpSpMkLst>
        </pc:grpChg>
        <pc:grpChg chg="add mod">
          <ac:chgData name="Sandeep BHATTACHARJEE" userId="66d29c88-7e99-48b4-8fef-ed109a810191" providerId="ADAL" clId="{6FDC88EB-9668-41C8-8F23-12E9E7E239A4}" dt="2026-08-12T04:09:32.645" v="4681" actId="14100"/>
          <ac:grpSpMkLst>
            <pc:docMk/>
            <pc:sldMk cId="2815786062" sldId="2147479269"/>
            <ac:grpSpMk id="25" creationId="{058EDA6A-4FAB-E9C4-880A-6CCFC220BE04}"/>
          </ac:grpSpMkLst>
        </pc:grpChg>
        <pc:grpChg chg="add mod topLvl">
          <ac:chgData name="Sandeep BHATTACHARJEE" userId="66d29c88-7e99-48b4-8fef-ed109a810191" providerId="ADAL" clId="{6FDC88EB-9668-41C8-8F23-12E9E7E239A4}" dt="2026-08-12T04:08:44.234" v="4674" actId="164"/>
          <ac:grpSpMkLst>
            <pc:docMk/>
            <pc:sldMk cId="2815786062" sldId="2147479269"/>
            <ac:grpSpMk id="29" creationId="{0277E45B-693D-3748-80FF-2B8C7F88AEC6}"/>
          </ac:grpSpMkLst>
        </pc:grpChg>
        <pc:grpChg chg="add mod">
          <ac:chgData name="Sandeep BHATTACHARJEE" userId="66d29c88-7e99-48b4-8fef-ed109a810191" providerId="ADAL" clId="{6FDC88EB-9668-41C8-8F23-12E9E7E239A4}" dt="2026-08-11T09:39:43.055" v="3686" actId="1035"/>
          <ac:grpSpMkLst>
            <pc:docMk/>
            <pc:sldMk cId="2815786062" sldId="2147479269"/>
            <ac:grpSpMk id="30" creationId="{B0BAE115-03A0-9BF8-BC6E-78E206690FDA}"/>
          </ac:grpSpMkLst>
        </pc:grpChg>
        <pc:grpChg chg="add mod">
          <ac:chgData name="Sandeep BHATTACHARJEE" userId="66d29c88-7e99-48b4-8fef-ed109a810191" providerId="ADAL" clId="{6FDC88EB-9668-41C8-8F23-12E9E7E239A4}" dt="2026-08-12T04:12:10.550" v="4685" actId="1038"/>
          <ac:grpSpMkLst>
            <pc:docMk/>
            <pc:sldMk cId="2815786062" sldId="2147479269"/>
            <ac:grpSpMk id="36" creationId="{1D47AB9B-14A9-5743-F132-31D5ADFFD434}"/>
          </ac:grpSpMkLst>
        </pc:grpChg>
        <pc:grpChg chg="add mod">
          <ac:chgData name="Sandeep BHATTACHARJEE" userId="66d29c88-7e99-48b4-8fef-ed109a810191" providerId="ADAL" clId="{6FDC88EB-9668-41C8-8F23-12E9E7E239A4}" dt="2026-08-11T10:04:25.909" v="3923" actId="14100"/>
          <ac:grpSpMkLst>
            <pc:docMk/>
            <pc:sldMk cId="2815786062" sldId="2147479269"/>
            <ac:grpSpMk id="41" creationId="{9FC22BA9-0ED4-C4B4-0183-BABBFD176731}"/>
          </ac:grpSpMkLst>
        </pc:grpChg>
        <pc:picChg chg="add mod topLvl">
          <ac:chgData name="Sandeep BHATTACHARJEE" userId="66d29c88-7e99-48b4-8fef-ed109a810191" providerId="ADAL" clId="{6FDC88EB-9668-41C8-8F23-12E9E7E239A4}" dt="2026-08-12T03:56:47.898" v="4479" actId="1035"/>
          <ac:picMkLst>
            <pc:docMk/>
            <pc:sldMk cId="2815786062" sldId="2147479269"/>
            <ac:picMk id="7" creationId="{ED586117-B9E5-6A74-602A-66CA162E6F54}"/>
          </ac:picMkLst>
        </pc:picChg>
        <pc:picChg chg="add mod">
          <ac:chgData name="Sandeep BHATTACHARJEE" userId="66d29c88-7e99-48b4-8fef-ed109a810191" providerId="ADAL" clId="{6FDC88EB-9668-41C8-8F23-12E9E7E239A4}" dt="2026-08-11T10:06:18.488" v="3931" actId="1076"/>
          <ac:picMkLst>
            <pc:docMk/>
            <pc:sldMk cId="2815786062" sldId="2147479269"/>
            <ac:picMk id="35" creationId="{26DD8539-43FB-3C87-1BF7-BA3A279ADAF4}"/>
          </ac:picMkLst>
        </pc:picChg>
        <pc:picChg chg="add mod">
          <ac:chgData name="Sandeep BHATTACHARJEE" userId="66d29c88-7e99-48b4-8fef-ed109a810191" providerId="ADAL" clId="{6FDC88EB-9668-41C8-8F23-12E9E7E239A4}" dt="2026-08-12T04:12:18.016" v="4693" actId="1037"/>
          <ac:picMkLst>
            <pc:docMk/>
            <pc:sldMk cId="2815786062" sldId="2147479269"/>
            <ac:picMk id="40" creationId="{442B843A-04FB-D0CE-A062-63870378E10D}"/>
          </ac:picMkLst>
        </pc:picChg>
        <pc:picChg chg="add mod topLvl">
          <ac:chgData name="Sandeep BHATTACHARJEE" userId="66d29c88-7e99-48b4-8fef-ed109a810191" providerId="ADAL" clId="{6FDC88EB-9668-41C8-8F23-12E9E7E239A4}" dt="2026-08-12T04:09:04.780" v="4678" actId="164"/>
          <ac:picMkLst>
            <pc:docMk/>
            <pc:sldMk cId="2815786062" sldId="2147479269"/>
            <ac:picMk id="48" creationId="{D7CB44A4-D13B-C749-9515-318827B81EBD}"/>
          </ac:picMkLst>
        </pc:picChg>
        <pc:picChg chg="add mod">
          <ac:chgData name="Sandeep BHATTACHARJEE" userId="66d29c88-7e99-48b4-8fef-ed109a810191" providerId="ADAL" clId="{6FDC88EB-9668-41C8-8F23-12E9E7E239A4}" dt="2026-08-12T04:01:55.596" v="4562"/>
          <ac:picMkLst>
            <pc:docMk/>
            <pc:sldMk cId="2815786062" sldId="2147479269"/>
            <ac:picMk id="50" creationId="{23D096DA-FD29-7EF1-6601-5036E871EB22}"/>
          </ac:picMkLst>
        </pc:picChg>
      </pc:sldChg>
      <pc:sldChg chg="addSp delSp modSp add mod">
        <pc:chgData name="Sandeep BHATTACHARJEE" userId="66d29c88-7e99-48b4-8fef-ed109a810191" providerId="ADAL" clId="{6FDC88EB-9668-41C8-8F23-12E9E7E239A4}" dt="2026-08-12T04:24:22.874" v="4946" actId="1036"/>
        <pc:sldMkLst>
          <pc:docMk/>
          <pc:sldMk cId="2020369711" sldId="2147479270"/>
        </pc:sldMkLst>
        <pc:spChg chg="mod">
          <ac:chgData name="Sandeep BHATTACHARJEE" userId="66d29c88-7e99-48b4-8fef-ed109a810191" providerId="ADAL" clId="{6FDC88EB-9668-41C8-8F23-12E9E7E239A4}" dt="2026-08-12T04:24:07.553" v="4944" actId="14100"/>
          <ac:spMkLst>
            <pc:docMk/>
            <pc:sldMk cId="2020369711" sldId="2147479270"/>
            <ac:spMk id="2" creationId="{66D9CF8E-5C47-C2E4-2179-77689235F69C}"/>
          </ac:spMkLst>
        </pc:spChg>
        <pc:spChg chg="mod">
          <ac:chgData name="Sandeep BHATTACHARJEE" userId="66d29c88-7e99-48b4-8fef-ed109a810191" providerId="ADAL" clId="{6FDC88EB-9668-41C8-8F23-12E9E7E239A4}" dt="2026-08-12T04:23:25.522" v="4774" actId="164"/>
          <ac:spMkLst>
            <pc:docMk/>
            <pc:sldMk cId="2020369711" sldId="2147479270"/>
            <ac:spMk id="4" creationId="{B1081401-CCA7-7D3F-997B-E8C2DA005D6C}"/>
          </ac:spMkLst>
        </pc:spChg>
        <pc:spChg chg="mod">
          <ac:chgData name="Sandeep BHATTACHARJEE" userId="66d29c88-7e99-48b4-8fef-ed109a810191" providerId="ADAL" clId="{6FDC88EB-9668-41C8-8F23-12E9E7E239A4}" dt="2026-08-12T04:24:14.414" v="4945" actId="14100"/>
          <ac:spMkLst>
            <pc:docMk/>
            <pc:sldMk cId="2020369711" sldId="2147479270"/>
            <ac:spMk id="9" creationId="{BC03A73C-A90F-1FE4-751D-B0FCF3089DDC}"/>
          </ac:spMkLst>
        </pc:spChg>
        <pc:spChg chg="mod">
          <ac:chgData name="Sandeep BHATTACHARJEE" userId="66d29c88-7e99-48b4-8fef-ed109a810191" providerId="ADAL" clId="{6FDC88EB-9668-41C8-8F23-12E9E7E239A4}" dt="2026-08-12T04:23:25.522" v="4774" actId="164"/>
          <ac:spMkLst>
            <pc:docMk/>
            <pc:sldMk cId="2020369711" sldId="2147479270"/>
            <ac:spMk id="11" creationId="{32D0E900-3C8E-9CD0-D56C-A356893CAE32}"/>
          </ac:spMkLst>
        </pc:spChg>
        <pc:spChg chg="mod">
          <ac:chgData name="Sandeep BHATTACHARJEE" userId="66d29c88-7e99-48b4-8fef-ed109a810191" providerId="ADAL" clId="{6FDC88EB-9668-41C8-8F23-12E9E7E239A4}" dt="2026-08-12T04:22:44.734" v="4730" actId="164"/>
          <ac:spMkLst>
            <pc:docMk/>
            <pc:sldMk cId="2020369711" sldId="2147479270"/>
            <ac:spMk id="12" creationId="{738E1A3F-DA0D-5146-8465-70D97BA12878}"/>
          </ac:spMkLst>
        </pc:spChg>
        <pc:spChg chg="mod">
          <ac:chgData name="Sandeep BHATTACHARJEE" userId="66d29c88-7e99-48b4-8fef-ed109a810191" providerId="ADAL" clId="{6FDC88EB-9668-41C8-8F23-12E9E7E239A4}" dt="2026-08-12T04:16:34.796" v="4721" actId="1037"/>
          <ac:spMkLst>
            <pc:docMk/>
            <pc:sldMk cId="2020369711" sldId="2147479270"/>
            <ac:spMk id="17" creationId="{0FC01DCF-9871-BC0D-C9B4-5C2C50649566}"/>
          </ac:spMkLst>
        </pc:spChg>
        <pc:spChg chg="mod">
          <ac:chgData name="Sandeep BHATTACHARJEE" userId="66d29c88-7e99-48b4-8fef-ed109a810191" providerId="ADAL" clId="{6FDC88EB-9668-41C8-8F23-12E9E7E239A4}" dt="2026-08-12T04:23:25.522" v="4774" actId="164"/>
          <ac:spMkLst>
            <pc:docMk/>
            <pc:sldMk cId="2020369711" sldId="2147479270"/>
            <ac:spMk id="19" creationId="{99196619-270A-C936-DE8E-814D553C1C7C}"/>
          </ac:spMkLst>
        </pc:spChg>
        <pc:grpChg chg="mod">
          <ac:chgData name="Sandeep BHATTACHARJEE" userId="66d29c88-7e99-48b4-8fef-ed109a810191" providerId="ADAL" clId="{6FDC88EB-9668-41C8-8F23-12E9E7E239A4}" dt="2026-08-12T04:24:22.874" v="4946" actId="1036"/>
          <ac:grpSpMkLst>
            <pc:docMk/>
            <pc:sldMk cId="2020369711" sldId="2147479270"/>
            <ac:grpSpMk id="5" creationId="{59CD7875-953B-B4E5-0BA1-3C93AA2233FF}"/>
          </ac:grpSpMkLst>
        </pc:grpChg>
        <pc:grpChg chg="add mod">
          <ac:chgData name="Sandeep BHATTACHARJEE" userId="66d29c88-7e99-48b4-8fef-ed109a810191" providerId="ADAL" clId="{6FDC88EB-9668-41C8-8F23-12E9E7E239A4}" dt="2026-08-12T04:23:51.085" v="4943" actId="1038"/>
          <ac:grpSpMkLst>
            <pc:docMk/>
            <pc:sldMk cId="2020369711" sldId="2147479270"/>
            <ac:grpSpMk id="10" creationId="{86752F42-D40B-23D4-7AB7-0EC47E937D83}"/>
          </ac:grpSpMkLst>
        </pc:grpChg>
        <pc:grpChg chg="add mod">
          <ac:chgData name="Sandeep BHATTACHARJEE" userId="66d29c88-7e99-48b4-8fef-ed109a810191" providerId="ADAL" clId="{6FDC88EB-9668-41C8-8F23-12E9E7E239A4}" dt="2026-08-12T04:23:32.838" v="4848" actId="1038"/>
          <ac:grpSpMkLst>
            <pc:docMk/>
            <pc:sldMk cId="2020369711" sldId="2147479270"/>
            <ac:grpSpMk id="18" creationId="{7754EDF1-E735-860D-6088-329198D873C1}"/>
          </ac:grpSpMkLst>
        </pc:grpChg>
        <pc:grpChg chg="mod">
          <ac:chgData name="Sandeep BHATTACHARJEE" userId="66d29c88-7e99-48b4-8fef-ed109a810191" providerId="ADAL" clId="{6FDC88EB-9668-41C8-8F23-12E9E7E239A4}" dt="2026-08-12T04:22:44.734" v="4730" actId="164"/>
          <ac:grpSpMkLst>
            <pc:docMk/>
            <pc:sldMk cId="2020369711" sldId="2147479270"/>
            <ac:grpSpMk id="29" creationId="{5DBC98F4-2D84-A4D3-6FAE-A441C64D88C7}"/>
          </ac:grpSpMkLst>
        </pc:grpChg>
        <pc:picChg chg="add mod">
          <ac:chgData name="Sandeep BHATTACHARJEE" userId="66d29c88-7e99-48b4-8fef-ed109a810191" providerId="ADAL" clId="{6FDC88EB-9668-41C8-8F23-12E9E7E239A4}" dt="2026-08-12T04:17:17.300" v="4722" actId="1076"/>
          <ac:picMkLst>
            <pc:docMk/>
            <pc:sldMk cId="2020369711" sldId="2147479270"/>
            <ac:picMk id="8" creationId="{680E9BFA-42C7-4AD1-1056-2D9BA0746964}"/>
          </ac:picMkLst>
        </pc:picChg>
        <pc:picChg chg="mod">
          <ac:chgData name="Sandeep BHATTACHARJEE" userId="66d29c88-7e99-48b4-8fef-ed109a810191" providerId="ADAL" clId="{6FDC88EB-9668-41C8-8F23-12E9E7E239A4}" dt="2026-08-12T04:23:25.522" v="4774" actId="164"/>
          <ac:picMkLst>
            <pc:docMk/>
            <pc:sldMk cId="2020369711" sldId="2147479270"/>
            <ac:picMk id="48" creationId="{A3CCE7DF-D5B5-8C20-C927-ACCB476DDDD4}"/>
          </ac:picMkLst>
        </pc:picChg>
      </pc:sldChg>
      <pc:sldMasterChg chg="delSldLayout">
        <pc:chgData name="Sandeep BHATTACHARJEE" userId="66d29c88-7e99-48b4-8fef-ed109a810191" providerId="ADAL" clId="{6FDC88EB-9668-41C8-8F23-12E9E7E239A4}" dt="2026-08-11T10:04:00.938" v="3901" actId="47"/>
        <pc:sldMasterMkLst>
          <pc:docMk/>
          <pc:sldMasterMk cId="1200406021" sldId="2147483648"/>
        </pc:sldMasterMkLst>
      </pc:sldMasterChg>
    </pc:docChg>
  </pc:docChgLst>
  <pc:docChgLst>
    <pc:chgData name="Sandeep BHATTACHARJEE" userId="S::sesa186841@se.com::66d29c88-7e99-48b4-8fef-ed109a810191" providerId="AD" clId="Web-{BC67BFFB-69DF-B549-6099-D9655C37BF51}"/>
    <pc:docChg chg="mod addSld modSld modMainMaster setSldSz">
      <pc:chgData name="Sandeep BHATTACHARJEE" userId="S::sesa186841@se.com::66d29c88-7e99-48b4-8fef-ed109a810191" providerId="AD" clId="Web-{BC67BFFB-69DF-B549-6099-D9655C37BF51}" dt="2026-08-11T07:02:34.563" v="77"/>
      <pc:docMkLst>
        <pc:docMk/>
      </pc:docMkLst>
      <pc:sldChg chg="new">
        <pc:chgData name="Sandeep BHATTACHARJEE" userId="S::sesa186841@se.com::66d29c88-7e99-48b4-8fef-ed109a810191" providerId="AD" clId="Web-{BC67BFFB-69DF-B549-6099-D9655C37BF51}" dt="2026-08-11T07:02:34.563" v="77"/>
        <pc:sldMkLst>
          <pc:docMk/>
          <pc:sldMk cId="2815786062" sldId="2147479269"/>
        </pc:sldMkLst>
      </pc:sldChg>
      <pc:sldMasterChg chg="modSp addSldLayout modSldLayout">
        <pc:chgData name="Sandeep BHATTACHARJEE" userId="S::sesa186841@se.com::66d29c88-7e99-48b4-8fef-ed109a810191" providerId="AD" clId="Web-{BC67BFFB-69DF-B549-6099-D9655C37BF51}" dt="2026-08-11T07:02:17.437" v="76"/>
        <pc:sldMasterMkLst>
          <pc:docMk/>
          <pc:sldMasterMk cId="1200406021" sldId="2147483648"/>
        </pc:sldMasterMkLst>
        <pc:spChg chg="mod">
          <ac:chgData name="Sandeep BHATTACHARJEE" userId="S::sesa186841@se.com::66d29c88-7e99-48b4-8fef-ed109a810191" providerId="AD" clId="Web-{BC67BFFB-69DF-B549-6099-D9655C37BF51}" dt="2026-08-11T07:02:17.437" v="76"/>
          <ac:spMkLst>
            <pc:docMk/>
            <pc:sldMasterMk cId="1200406021" sldId="2147483648"/>
            <ac:spMk id="2" creationId="{404E5403-5794-9E41-6135-4CC673B22B5A}"/>
          </ac:spMkLst>
        </pc:spChg>
        <pc:spChg chg="mod">
          <ac:chgData name="Sandeep BHATTACHARJEE" userId="S::sesa186841@se.com::66d29c88-7e99-48b4-8fef-ed109a810191" providerId="AD" clId="Web-{BC67BFFB-69DF-B549-6099-D9655C37BF51}" dt="2026-08-11T07:02:17.437" v="76"/>
          <ac:spMkLst>
            <pc:docMk/>
            <pc:sldMasterMk cId="1200406021" sldId="2147483648"/>
            <ac:spMk id="3" creationId="{C6B6DBAB-8C32-E23B-71A1-EF4EB02C1B9B}"/>
          </ac:spMkLst>
        </pc:spChg>
        <pc:spChg chg="mod">
          <ac:chgData name="Sandeep BHATTACHARJEE" userId="S::sesa186841@se.com::66d29c88-7e99-48b4-8fef-ed109a810191" providerId="AD" clId="Web-{BC67BFFB-69DF-B549-6099-D9655C37BF51}" dt="2026-08-11T07:02:17.437" v="76"/>
          <ac:spMkLst>
            <pc:docMk/>
            <pc:sldMasterMk cId="1200406021" sldId="2147483648"/>
            <ac:spMk id="4" creationId="{5994D3EB-C12A-5C56-8851-BE000A7020C4}"/>
          </ac:spMkLst>
        </pc:spChg>
        <pc:spChg chg="mod">
          <ac:chgData name="Sandeep BHATTACHARJEE" userId="S::sesa186841@se.com::66d29c88-7e99-48b4-8fef-ed109a810191" providerId="AD" clId="Web-{BC67BFFB-69DF-B549-6099-D9655C37BF51}" dt="2026-08-11T07:02:17.437" v="76"/>
          <ac:spMkLst>
            <pc:docMk/>
            <pc:sldMasterMk cId="1200406021" sldId="2147483648"/>
            <ac:spMk id="5" creationId="{55E59683-404B-651F-9975-6EBAFCE7780E}"/>
          </ac:spMkLst>
        </pc:spChg>
        <pc:spChg chg="mod">
          <ac:chgData name="Sandeep BHATTACHARJEE" userId="S::sesa186841@se.com::66d29c88-7e99-48b4-8fef-ed109a810191" providerId="AD" clId="Web-{BC67BFFB-69DF-B549-6099-D9655C37BF51}" dt="2026-08-11T07:02:17.437" v="76"/>
          <ac:spMkLst>
            <pc:docMk/>
            <pc:sldMasterMk cId="1200406021" sldId="2147483648"/>
            <ac:spMk id="6" creationId="{19C82843-D74B-D35A-4A52-C17627A6B07C}"/>
          </ac:spMkLst>
        </pc:spChg>
        <pc:spChg chg="mod">
          <ac:chgData name="Sandeep BHATTACHARJEE" userId="S::sesa186841@se.com::66d29c88-7e99-48b4-8fef-ed109a810191" providerId="AD" clId="Web-{BC67BFFB-69DF-B549-6099-D9655C37BF51}" dt="2026-08-11T07:02:17.437" v="76"/>
          <ac:spMkLst>
            <pc:docMk/>
            <pc:sldMasterMk cId="1200406021" sldId="2147483648"/>
            <ac:spMk id="8" creationId="{1A44B588-F3F7-5665-F60E-188750601055}"/>
          </ac:spMkLst>
        </pc:spChg>
        <pc:sldLayoutChg chg="modSp">
          <pc:chgData name="Sandeep BHATTACHARJEE" userId="S::sesa186841@se.com::66d29c88-7e99-48b4-8fef-ed109a810191" providerId="AD" clId="Web-{BC67BFFB-69DF-B549-6099-D9655C37BF51}" dt="2026-08-11T07:02:17.437" v="76"/>
          <pc:sldLayoutMkLst>
            <pc:docMk/>
            <pc:sldMasterMk cId="1200406021" sldId="2147483648"/>
            <pc:sldLayoutMk cId="3868619325" sldId="2147483649"/>
          </pc:sldLayoutMkLst>
          <pc:spChg chg="mod">
            <ac:chgData name="Sandeep BHATTACHARJEE" userId="S::sesa186841@se.com::66d29c88-7e99-48b4-8fef-ed109a810191" providerId="AD" clId="Web-{BC67BFFB-69DF-B549-6099-D9655C37BF51}" dt="2026-08-11T07:02:17.437" v="76"/>
            <ac:spMkLst>
              <pc:docMk/>
              <pc:sldMasterMk cId="1200406021" sldId="2147483648"/>
              <pc:sldLayoutMk cId="3868619325" sldId="2147483649"/>
              <ac:spMk id="2" creationId="{8D4D10C2-9070-8EFE-F490-E896F4A28549}"/>
            </ac:spMkLst>
          </pc:spChg>
          <pc:spChg chg="mod">
            <ac:chgData name="Sandeep BHATTACHARJEE" userId="S::sesa186841@se.com::66d29c88-7e99-48b4-8fef-ed109a810191" providerId="AD" clId="Web-{BC67BFFB-69DF-B549-6099-D9655C37BF51}" dt="2026-08-11T07:02:17.437" v="76"/>
            <ac:spMkLst>
              <pc:docMk/>
              <pc:sldMasterMk cId="1200406021" sldId="2147483648"/>
              <pc:sldLayoutMk cId="3868619325" sldId="2147483649"/>
              <ac:spMk id="3" creationId="{0D891214-3F60-C0C2-A4F7-70AB16AB4383}"/>
            </ac:spMkLst>
          </pc:spChg>
        </pc:sldLayoutChg>
        <pc:sldLayoutChg chg="modSp">
          <pc:chgData name="Sandeep BHATTACHARJEE" userId="S::sesa186841@se.com::66d29c88-7e99-48b4-8fef-ed109a810191" providerId="AD" clId="Web-{BC67BFFB-69DF-B549-6099-D9655C37BF51}" dt="2026-08-11T07:02:17.437" v="76"/>
          <pc:sldLayoutMkLst>
            <pc:docMk/>
            <pc:sldMasterMk cId="1200406021" sldId="2147483648"/>
            <pc:sldLayoutMk cId="160193444" sldId="2147483651"/>
          </pc:sldLayoutMkLst>
          <pc:spChg chg="mod">
            <ac:chgData name="Sandeep BHATTACHARJEE" userId="S::sesa186841@se.com::66d29c88-7e99-48b4-8fef-ed109a810191" providerId="AD" clId="Web-{BC67BFFB-69DF-B549-6099-D9655C37BF51}" dt="2026-08-11T07:02:17.437" v="76"/>
            <ac:spMkLst>
              <pc:docMk/>
              <pc:sldMasterMk cId="1200406021" sldId="2147483648"/>
              <pc:sldLayoutMk cId="160193444" sldId="2147483651"/>
              <ac:spMk id="2" creationId="{F473168F-28C4-BAD0-9E10-DFB96FFC38F7}"/>
            </ac:spMkLst>
          </pc:spChg>
          <pc:spChg chg="mod">
            <ac:chgData name="Sandeep BHATTACHARJEE" userId="S::sesa186841@se.com::66d29c88-7e99-48b4-8fef-ed109a810191" providerId="AD" clId="Web-{BC67BFFB-69DF-B549-6099-D9655C37BF51}" dt="2026-08-11T07:02:17.437" v="76"/>
            <ac:spMkLst>
              <pc:docMk/>
              <pc:sldMasterMk cId="1200406021" sldId="2147483648"/>
              <pc:sldLayoutMk cId="160193444" sldId="2147483651"/>
              <ac:spMk id="3" creationId="{607F209A-6FE7-F9A4-A049-72A9978ABBBE}"/>
            </ac:spMkLst>
          </pc:spChg>
        </pc:sldLayoutChg>
        <pc:sldLayoutChg chg="modSp">
          <pc:chgData name="Sandeep BHATTACHARJEE" userId="S::sesa186841@se.com::66d29c88-7e99-48b4-8fef-ed109a810191" providerId="AD" clId="Web-{BC67BFFB-69DF-B549-6099-D9655C37BF51}" dt="2026-08-11T07:02:17.437" v="76"/>
          <pc:sldLayoutMkLst>
            <pc:docMk/>
            <pc:sldMasterMk cId="1200406021" sldId="2147483648"/>
            <pc:sldLayoutMk cId="4107775896" sldId="2147483652"/>
          </pc:sldLayoutMkLst>
          <pc:spChg chg="mod">
            <ac:chgData name="Sandeep BHATTACHARJEE" userId="S::sesa186841@se.com::66d29c88-7e99-48b4-8fef-ed109a810191" providerId="AD" clId="Web-{BC67BFFB-69DF-B549-6099-D9655C37BF51}" dt="2026-08-11T07:02:17.437" v="76"/>
            <ac:spMkLst>
              <pc:docMk/>
              <pc:sldMasterMk cId="1200406021" sldId="2147483648"/>
              <pc:sldLayoutMk cId="4107775896" sldId="2147483652"/>
              <ac:spMk id="3" creationId="{20BC5142-08BA-63BF-B81D-CB37F66E115E}"/>
            </ac:spMkLst>
          </pc:spChg>
          <pc:spChg chg="mod">
            <ac:chgData name="Sandeep BHATTACHARJEE" userId="S::sesa186841@se.com::66d29c88-7e99-48b4-8fef-ed109a810191" providerId="AD" clId="Web-{BC67BFFB-69DF-B549-6099-D9655C37BF51}" dt="2026-08-11T07:02:17.437" v="76"/>
            <ac:spMkLst>
              <pc:docMk/>
              <pc:sldMasterMk cId="1200406021" sldId="2147483648"/>
              <pc:sldLayoutMk cId="4107775896" sldId="2147483652"/>
              <ac:spMk id="4" creationId="{410A9C79-B747-27F3-FB9F-DBFCCF2EE9CB}"/>
            </ac:spMkLst>
          </pc:spChg>
        </pc:sldLayoutChg>
        <pc:sldLayoutChg chg="modSp">
          <pc:chgData name="Sandeep BHATTACHARJEE" userId="S::sesa186841@se.com::66d29c88-7e99-48b4-8fef-ed109a810191" providerId="AD" clId="Web-{BC67BFFB-69DF-B549-6099-D9655C37BF51}" dt="2026-08-11T07:02:17.437" v="76"/>
          <pc:sldLayoutMkLst>
            <pc:docMk/>
            <pc:sldMasterMk cId="1200406021" sldId="2147483648"/>
            <pc:sldLayoutMk cId="3082236096" sldId="2147483653"/>
          </pc:sldLayoutMkLst>
          <pc:spChg chg="mod">
            <ac:chgData name="Sandeep BHATTACHARJEE" userId="S::sesa186841@se.com::66d29c88-7e99-48b4-8fef-ed109a810191" providerId="AD" clId="Web-{BC67BFFB-69DF-B549-6099-D9655C37BF51}" dt="2026-08-11T07:02:17.437" v="76"/>
            <ac:spMkLst>
              <pc:docMk/>
              <pc:sldMasterMk cId="1200406021" sldId="2147483648"/>
              <pc:sldLayoutMk cId="3082236096" sldId="2147483653"/>
              <ac:spMk id="2" creationId="{627D3110-C3AF-2431-5604-EA12CE00DCDD}"/>
            </ac:spMkLst>
          </pc:spChg>
          <pc:spChg chg="mod">
            <ac:chgData name="Sandeep BHATTACHARJEE" userId="S::sesa186841@se.com::66d29c88-7e99-48b4-8fef-ed109a810191" providerId="AD" clId="Web-{BC67BFFB-69DF-B549-6099-D9655C37BF51}" dt="2026-08-11T07:02:17.437" v="76"/>
            <ac:spMkLst>
              <pc:docMk/>
              <pc:sldMasterMk cId="1200406021" sldId="2147483648"/>
              <pc:sldLayoutMk cId="3082236096" sldId="2147483653"/>
              <ac:spMk id="3" creationId="{A6B221F7-AF76-8C50-C263-18A43E2A3357}"/>
            </ac:spMkLst>
          </pc:spChg>
          <pc:spChg chg="mod">
            <ac:chgData name="Sandeep BHATTACHARJEE" userId="S::sesa186841@se.com::66d29c88-7e99-48b4-8fef-ed109a810191" providerId="AD" clId="Web-{BC67BFFB-69DF-B549-6099-D9655C37BF51}" dt="2026-08-11T07:02:17.437" v="76"/>
            <ac:spMkLst>
              <pc:docMk/>
              <pc:sldMasterMk cId="1200406021" sldId="2147483648"/>
              <pc:sldLayoutMk cId="3082236096" sldId="2147483653"/>
              <ac:spMk id="4" creationId="{AD0F45DD-795A-36E3-3C25-808165982D51}"/>
            </ac:spMkLst>
          </pc:spChg>
          <pc:spChg chg="mod">
            <ac:chgData name="Sandeep BHATTACHARJEE" userId="S::sesa186841@se.com::66d29c88-7e99-48b4-8fef-ed109a810191" providerId="AD" clId="Web-{BC67BFFB-69DF-B549-6099-D9655C37BF51}" dt="2026-08-11T07:02:17.437" v="76"/>
            <ac:spMkLst>
              <pc:docMk/>
              <pc:sldMasterMk cId="1200406021" sldId="2147483648"/>
              <pc:sldLayoutMk cId="3082236096" sldId="2147483653"/>
              <ac:spMk id="5" creationId="{7A76216F-E763-0DDF-564F-B5C2DCF0DF20}"/>
            </ac:spMkLst>
          </pc:spChg>
          <pc:spChg chg="mod">
            <ac:chgData name="Sandeep BHATTACHARJEE" userId="S::sesa186841@se.com::66d29c88-7e99-48b4-8fef-ed109a810191" providerId="AD" clId="Web-{BC67BFFB-69DF-B549-6099-D9655C37BF51}" dt="2026-08-11T07:02:17.437" v="76"/>
            <ac:spMkLst>
              <pc:docMk/>
              <pc:sldMasterMk cId="1200406021" sldId="2147483648"/>
              <pc:sldLayoutMk cId="3082236096" sldId="2147483653"/>
              <ac:spMk id="6" creationId="{81956857-6AA3-ADE0-3D10-0B3880D4E885}"/>
            </ac:spMkLst>
          </pc:spChg>
        </pc:sldLayoutChg>
        <pc:sldLayoutChg chg="modSp">
          <pc:chgData name="Sandeep BHATTACHARJEE" userId="S::sesa186841@se.com::66d29c88-7e99-48b4-8fef-ed109a810191" providerId="AD" clId="Web-{BC67BFFB-69DF-B549-6099-D9655C37BF51}" dt="2026-08-11T07:02:17.437" v="76"/>
          <pc:sldLayoutMkLst>
            <pc:docMk/>
            <pc:sldMasterMk cId="1200406021" sldId="2147483648"/>
            <pc:sldLayoutMk cId="2059568841" sldId="2147483656"/>
          </pc:sldLayoutMkLst>
          <pc:spChg chg="mod">
            <ac:chgData name="Sandeep BHATTACHARJEE" userId="S::sesa186841@se.com::66d29c88-7e99-48b4-8fef-ed109a810191" providerId="AD" clId="Web-{BC67BFFB-69DF-B549-6099-D9655C37BF51}" dt="2026-08-11T07:02:17.437" v="76"/>
            <ac:spMkLst>
              <pc:docMk/>
              <pc:sldMasterMk cId="1200406021" sldId="2147483648"/>
              <pc:sldLayoutMk cId="2059568841" sldId="2147483656"/>
              <ac:spMk id="2" creationId="{66493BB9-424D-9A10-E0B8-C6405CFB5A27}"/>
            </ac:spMkLst>
          </pc:spChg>
          <pc:spChg chg="mod">
            <ac:chgData name="Sandeep BHATTACHARJEE" userId="S::sesa186841@se.com::66d29c88-7e99-48b4-8fef-ed109a810191" providerId="AD" clId="Web-{BC67BFFB-69DF-B549-6099-D9655C37BF51}" dt="2026-08-11T07:02:17.437" v="76"/>
            <ac:spMkLst>
              <pc:docMk/>
              <pc:sldMasterMk cId="1200406021" sldId="2147483648"/>
              <pc:sldLayoutMk cId="2059568841" sldId="2147483656"/>
              <ac:spMk id="3" creationId="{0492CDF0-E5D0-0485-5938-7EE0E3B48A94}"/>
            </ac:spMkLst>
          </pc:spChg>
          <pc:spChg chg="mod">
            <ac:chgData name="Sandeep BHATTACHARJEE" userId="S::sesa186841@se.com::66d29c88-7e99-48b4-8fef-ed109a810191" providerId="AD" clId="Web-{BC67BFFB-69DF-B549-6099-D9655C37BF51}" dt="2026-08-11T07:02:17.437" v="76"/>
            <ac:spMkLst>
              <pc:docMk/>
              <pc:sldMasterMk cId="1200406021" sldId="2147483648"/>
              <pc:sldLayoutMk cId="2059568841" sldId="2147483656"/>
              <ac:spMk id="4" creationId="{C7029815-200C-B21C-3362-39474FBA090F}"/>
            </ac:spMkLst>
          </pc:spChg>
        </pc:sldLayoutChg>
        <pc:sldLayoutChg chg="modSp">
          <pc:chgData name="Sandeep BHATTACHARJEE" userId="S::sesa186841@se.com::66d29c88-7e99-48b4-8fef-ed109a810191" providerId="AD" clId="Web-{BC67BFFB-69DF-B549-6099-D9655C37BF51}" dt="2026-08-11T07:02:17.437" v="76"/>
          <pc:sldLayoutMkLst>
            <pc:docMk/>
            <pc:sldMasterMk cId="1200406021" sldId="2147483648"/>
            <pc:sldLayoutMk cId="1466188147" sldId="2147483657"/>
          </pc:sldLayoutMkLst>
          <pc:spChg chg="mod">
            <ac:chgData name="Sandeep BHATTACHARJEE" userId="S::sesa186841@se.com::66d29c88-7e99-48b4-8fef-ed109a810191" providerId="AD" clId="Web-{BC67BFFB-69DF-B549-6099-D9655C37BF51}" dt="2026-08-11T07:02:17.437" v="76"/>
            <ac:spMkLst>
              <pc:docMk/>
              <pc:sldMasterMk cId="1200406021" sldId="2147483648"/>
              <pc:sldLayoutMk cId="1466188147" sldId="2147483657"/>
              <ac:spMk id="2" creationId="{700FE5E3-3CAD-AA26-8D89-FF4A053201F2}"/>
            </ac:spMkLst>
          </pc:spChg>
          <pc:spChg chg="mod">
            <ac:chgData name="Sandeep BHATTACHARJEE" userId="S::sesa186841@se.com::66d29c88-7e99-48b4-8fef-ed109a810191" providerId="AD" clId="Web-{BC67BFFB-69DF-B549-6099-D9655C37BF51}" dt="2026-08-11T07:02:17.437" v="76"/>
            <ac:spMkLst>
              <pc:docMk/>
              <pc:sldMasterMk cId="1200406021" sldId="2147483648"/>
              <pc:sldLayoutMk cId="1466188147" sldId="2147483657"/>
              <ac:spMk id="3" creationId="{2CE969DE-6145-E7F1-8CED-C511415C4E19}"/>
            </ac:spMkLst>
          </pc:spChg>
          <pc:spChg chg="mod">
            <ac:chgData name="Sandeep BHATTACHARJEE" userId="S::sesa186841@se.com::66d29c88-7e99-48b4-8fef-ed109a810191" providerId="AD" clId="Web-{BC67BFFB-69DF-B549-6099-D9655C37BF51}" dt="2026-08-11T07:02:17.437" v="76"/>
            <ac:spMkLst>
              <pc:docMk/>
              <pc:sldMasterMk cId="1200406021" sldId="2147483648"/>
              <pc:sldLayoutMk cId="1466188147" sldId="2147483657"/>
              <ac:spMk id="4" creationId="{3E7717FA-EB75-2188-C6D0-13AF283C0283}"/>
            </ac:spMkLst>
          </pc:spChg>
        </pc:sldLayoutChg>
        <pc:sldLayoutChg chg="modSp">
          <pc:chgData name="Sandeep BHATTACHARJEE" userId="S::sesa186841@se.com::66d29c88-7e99-48b4-8fef-ed109a810191" providerId="AD" clId="Web-{BC67BFFB-69DF-B549-6099-D9655C37BF51}" dt="2026-08-11T07:02:17.437" v="76"/>
          <pc:sldLayoutMkLst>
            <pc:docMk/>
            <pc:sldMasterMk cId="1200406021" sldId="2147483648"/>
            <pc:sldLayoutMk cId="2941108104" sldId="2147483659"/>
          </pc:sldLayoutMkLst>
          <pc:spChg chg="mod">
            <ac:chgData name="Sandeep BHATTACHARJEE" userId="S::sesa186841@se.com::66d29c88-7e99-48b4-8fef-ed109a810191" providerId="AD" clId="Web-{BC67BFFB-69DF-B549-6099-D9655C37BF51}" dt="2026-08-11T07:02:17.437" v="76"/>
            <ac:spMkLst>
              <pc:docMk/>
              <pc:sldMasterMk cId="1200406021" sldId="2147483648"/>
              <pc:sldLayoutMk cId="2941108104" sldId="2147483659"/>
              <ac:spMk id="2" creationId="{60906075-D26F-06B0-2B97-5840A3EA01AA}"/>
            </ac:spMkLst>
          </pc:spChg>
          <pc:spChg chg="mod">
            <ac:chgData name="Sandeep BHATTACHARJEE" userId="S::sesa186841@se.com::66d29c88-7e99-48b4-8fef-ed109a810191" providerId="AD" clId="Web-{BC67BFFB-69DF-B549-6099-D9655C37BF51}" dt="2026-08-11T07:02:17.437" v="76"/>
            <ac:spMkLst>
              <pc:docMk/>
              <pc:sldMasterMk cId="1200406021" sldId="2147483648"/>
              <pc:sldLayoutMk cId="2941108104" sldId="2147483659"/>
              <ac:spMk id="3" creationId="{8171B553-5AA3-C086-9254-30B8E8DEB81F}"/>
            </ac:spMkLst>
          </pc:spChg>
        </pc:sldLayoutChg>
        <pc:sldLayoutChg chg="add">
          <pc:chgData name="Sandeep BHATTACHARJEE" userId="S::sesa186841@se.com::66d29c88-7e99-48b4-8fef-ed109a810191" providerId="AD" clId="Web-{BC67BFFB-69DF-B549-6099-D9655C37BF51}" dt="2026-08-11T06:44:25.566" v="4"/>
          <pc:sldLayoutMkLst>
            <pc:docMk/>
            <pc:sldMasterMk cId="1200406021" sldId="2147483648"/>
            <pc:sldLayoutMk cId="2185407072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088AA-2586-4863-85C4-2F0573218D64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AACCCB-CCFE-49EA-B494-D19CA62209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123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D10C2-9070-8EFE-F490-E896F4A28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891214-3F60-C0C2-A4F7-70AB16AB4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EFE10-673B-6B05-68CC-316C3459F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C244-12EA-4994-9A8A-FBC7AE40B732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337CB-7F91-B191-C75B-BA8477A30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343A2-6330-93CE-6C56-64518A32F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3E4E2-F661-4C4E-A107-2D263E15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619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0C760-A3CD-6B4F-733A-69C297F61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A793D-9730-37E9-6562-627E2397F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83F79-0EE5-9F1B-F619-25273E01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C244-12EA-4994-9A8A-FBC7AE40B732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A4766-E9F6-66BA-CA90-9C6B361F6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91EC8-E56C-39A9-9284-9AA775BF6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3E4E2-F661-4C4E-A107-2D263E15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353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3168F-28C4-BAD0-9E10-DFB96FFC3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F209A-6FE7-F9A4-A049-72A9978AB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101F5-5D48-9823-E8CE-FB6088785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C244-12EA-4994-9A8A-FBC7AE40B732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E3FDF-C16C-7157-4095-6777D7844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32079-484D-FFFE-7CAF-34808B1C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3E4E2-F661-4C4E-A107-2D263E15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9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21C4-4020-6BB5-1C5B-5568356E4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C5142-08BA-63BF-B81D-CB37F66E11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A9C79-B747-27F3-FB9F-DBFCCF2EE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80FAF-CBD4-54E3-4950-76EE7B737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C244-12EA-4994-9A8A-FBC7AE40B732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B69F1-02EF-56A9-4960-61EA616C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C8993-B575-A1AC-FB36-D328E4477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3E4E2-F661-4C4E-A107-2D263E15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775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D3110-C3AF-2431-5604-EA12CE00D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221F7-AF76-8C50-C263-18A43E2A3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F45DD-795A-36E3-3C25-808165982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76216F-E763-0DDF-564F-B5C2DCF0D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956857-6AA3-ADE0-3D10-0B3880D4E8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461799-787E-DF7E-3A73-29F8C7B63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C244-12EA-4994-9A8A-FBC7AE40B732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B4694F-C96A-5EA4-AAF4-D9F2DB23E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6EB2DE-307C-3700-331A-39F4CC1E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3E4E2-F661-4C4E-A107-2D263E15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23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273CA-E16E-C279-EFA7-C8F46E956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E730E-6312-D21C-2DE3-F0924D0EA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C244-12EA-4994-9A8A-FBC7AE40B732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FECB0-9E61-7936-C485-C9D9A7BA4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6E48B-CE24-AFE2-E9AC-ED294FFCD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3E4E2-F661-4C4E-A107-2D263E15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707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4F0EE9-1A41-8E9C-7470-7AE6C38A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C244-12EA-4994-9A8A-FBC7AE40B732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17E0F4-DF43-32D8-3BF6-C9073FCEB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FC77C-F114-3ED9-6EA6-8919A729A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3E4E2-F661-4C4E-A107-2D263E15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800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93BB9-424D-9A10-E0B8-C6405CFB5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2CDF0-E5D0-0485-5938-7EE0E3B48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29815-200C-B21C-3362-39474FBA0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0CBF6-3496-7BD8-90BC-28E0C4107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C244-12EA-4994-9A8A-FBC7AE40B732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B24EDF-A19F-1A2E-19A3-F360E865F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96BE0-BF5D-EB6B-9201-2539D21EB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3E4E2-F661-4C4E-A107-2D263E15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568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FE5E3-3CAD-AA26-8D89-FF4A05320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E969DE-6145-E7F1-8CED-C511415C4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717FA-EB75-2188-C6D0-13AF283C0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5FEA7-4046-0664-F51F-745256C3F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C244-12EA-4994-9A8A-FBC7AE40B732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AE2EB0-AD57-E496-F818-24997CC3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5B178-DC52-A020-3BB0-F17064A46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3E4E2-F661-4C4E-A107-2D263E15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188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00D35-E359-A776-7D0F-46D864E8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FEED4B-DA64-DB4E-8207-DA187EF3E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EDC5D-5D9E-6D3A-16DD-3AD2D29B4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C244-12EA-4994-9A8A-FBC7AE40B732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B1112-63B9-D98A-33D1-3C322FF63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A5847-3681-5ED1-6C10-1372C79C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3E4E2-F661-4C4E-A107-2D263E15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601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906075-D26F-06B0-2B97-5840A3EA0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71B553-5AA3-C086-9254-30B8E8DEB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9D4D8-B46D-46D5-A63C-A22E91CBB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C244-12EA-4994-9A8A-FBC7AE40B732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9C73A-AC2C-EA3A-5DD5-C5E5841BB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E25B0-75D2-FB1D-DC51-DFEEF1E6A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3E4E2-F661-4C4E-A107-2D263E15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108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407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4E5403-5794-9E41-6135-4CC673B22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6DBAB-8C32-E23B-71A1-EF4EB02C1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4D3EB-C12A-5C56-8851-BE000A7020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06C244-12EA-4994-9A8A-FBC7AE40B732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59683-404B-651F-9975-6EBAFCE778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82843-D74B-D35A-4A52-C17627A6B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3E4E2-F661-4C4E-A107-2D263E1526B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44B588-F3F7-5665-F60E-18875060105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74369" y="6703060"/>
            <a:ext cx="207169" cy="69250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IN" sz="45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General</a:t>
            </a:r>
          </a:p>
        </p:txBody>
      </p:sp>
    </p:spTree>
    <p:extLst>
      <p:ext uri="{BB962C8B-B14F-4D97-AF65-F5344CB8AC3E}">
        <p14:creationId xmlns:p14="http://schemas.microsoft.com/office/powerpoint/2010/main" val="1200406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0E02646-8215-F552-FA71-29215041CAD7}"/>
              </a:ext>
            </a:extLst>
          </p:cNvPr>
          <p:cNvSpPr/>
          <p:nvPr/>
        </p:nvSpPr>
        <p:spPr>
          <a:xfrm>
            <a:off x="1799147" y="2809601"/>
            <a:ext cx="404231" cy="4321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1E60E5-6513-038E-78A3-B2D6BA3B655E}"/>
              </a:ext>
            </a:extLst>
          </p:cNvPr>
          <p:cNvSpPr txBox="1"/>
          <p:nvPr/>
        </p:nvSpPr>
        <p:spPr>
          <a:xfrm>
            <a:off x="2317172" y="2805546"/>
            <a:ext cx="596438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>
                <a:latin typeface="Segoe UI"/>
                <a:ea typeface="Segoe UI"/>
                <a:cs typeface="Segoe UI"/>
              </a:rPr>
              <a:t>I agree to the Terms and Conditions.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endParaRPr lang="en-US"/>
          </a:p>
          <a:p>
            <a:r>
              <a:rPr lang="en-US" sz="1400">
                <a:latin typeface="Segoe UI"/>
                <a:ea typeface="Segoe UI"/>
                <a:cs typeface="Segoe UI"/>
              </a:rPr>
              <a:t>(Please Refer to the T&amp;C Document shared to SRM, before proceeding)</a:t>
            </a:r>
            <a:endParaRPr lang="en-US" sz="1400"/>
          </a:p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C764DEC-D24A-47E1-8F32-3ACF9A534C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84228" y="0"/>
            <a:ext cx="259772" cy="20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186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12F502A-469F-420A-FEA8-59809BAED447}"/>
              </a:ext>
            </a:extLst>
          </p:cNvPr>
          <p:cNvGrpSpPr/>
          <p:nvPr/>
        </p:nvGrpSpPr>
        <p:grpSpPr>
          <a:xfrm>
            <a:off x="7205732" y="43484"/>
            <a:ext cx="2049666" cy="830588"/>
            <a:chOff x="50215" y="68745"/>
            <a:chExt cx="1930821" cy="830588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2B31AA46-694E-8E8F-A4DA-B012004DA0CB}"/>
                </a:ext>
              </a:extLst>
            </p:cNvPr>
            <p:cNvSpPr/>
            <p:nvPr/>
          </p:nvSpPr>
          <p:spPr>
            <a:xfrm>
              <a:off x="50215" y="94592"/>
              <a:ext cx="1759640" cy="804741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D586117-B9E5-6A74-602A-66CA162E6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7146" y="99523"/>
              <a:ext cx="227906" cy="23164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B471031-2EB4-7F94-D4F7-9B3EABD8F7BF}"/>
                </a:ext>
              </a:extLst>
            </p:cNvPr>
            <p:cNvSpPr txBox="1"/>
            <p:nvPr/>
          </p:nvSpPr>
          <p:spPr>
            <a:xfrm>
              <a:off x="213419" y="68745"/>
              <a:ext cx="176761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>
                  <a:solidFill>
                    <a:schemeClr val="accent6"/>
                  </a:solidFill>
                  <a:latin typeface="Abadi" panose="020B0604020104020204" pitchFamily="34" charset="0"/>
                </a:rPr>
                <a:t>TEAM NAME &amp; MEMBERS</a:t>
              </a:r>
              <a:endParaRPr lang="en-IN" sz="1050" b="1">
                <a:solidFill>
                  <a:schemeClr val="accent6"/>
                </a:solidFill>
                <a:latin typeface="Abadi" panose="020B0604020104020204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0BAE115-03A0-9BF8-BC6E-78E206690FDA}"/>
              </a:ext>
            </a:extLst>
          </p:cNvPr>
          <p:cNvGrpSpPr/>
          <p:nvPr/>
        </p:nvGrpSpPr>
        <p:grpSpPr>
          <a:xfrm>
            <a:off x="60266" y="918411"/>
            <a:ext cx="9023468" cy="3687453"/>
            <a:chOff x="5662294" y="86854"/>
            <a:chExt cx="3419856" cy="796016"/>
          </a:xfrm>
        </p:grpSpPr>
        <p:sp>
          <p:nvSpPr>
            <p:cNvPr id="31" name="Rectangle: Top Corners Rounded 30">
              <a:extLst>
                <a:ext uri="{FF2B5EF4-FFF2-40B4-BE49-F238E27FC236}">
                  <a16:creationId xmlns:a16="http://schemas.microsoft.com/office/drawing/2014/main" id="{E203BD9E-8DF0-728C-5575-1E97F3F49222}"/>
                </a:ext>
              </a:extLst>
            </p:cNvPr>
            <p:cNvSpPr/>
            <p:nvPr/>
          </p:nvSpPr>
          <p:spPr>
            <a:xfrm>
              <a:off x="5662294" y="86854"/>
              <a:ext cx="3419856" cy="77906"/>
            </a:xfrm>
            <a:prstGeom prst="round2SameRect">
              <a:avLst>
                <a:gd name="adj1" fmla="val 35015"/>
                <a:gd name="adj2" fmla="val 0"/>
              </a:avLst>
            </a:prstGeom>
            <a:solidFill>
              <a:srgbClr val="00B050"/>
            </a:solidFill>
            <a:ln w="6350"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r>
                <a:rPr lang="fr-FR" sz="1200" b="1"/>
                <a:t>       PROPOSED SOLUTION</a:t>
              </a:r>
              <a:endParaRPr lang="en-US" sz="1200" i="1"/>
            </a:p>
          </p:txBody>
        </p:sp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2FC0D952-A783-290E-0A92-894EBAD3662F}"/>
                </a:ext>
              </a:extLst>
            </p:cNvPr>
            <p:cNvSpPr/>
            <p:nvPr/>
          </p:nvSpPr>
          <p:spPr>
            <a:xfrm>
              <a:off x="5667756" y="166588"/>
              <a:ext cx="3410584" cy="716282"/>
            </a:xfrm>
            <a:prstGeom prst="round2SameRect">
              <a:avLst>
                <a:gd name="adj1" fmla="val 0"/>
                <a:gd name="adj2" fmla="val 6605"/>
              </a:avLst>
            </a:prstGeom>
            <a:noFill/>
            <a:ln w="1905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en-US" sz="713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endParaRP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26DD8539-43FB-3C87-1BF7-BA3A279ADA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297" y="936822"/>
            <a:ext cx="356640" cy="321845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1D47AB9B-14A9-5743-F132-31D5ADFFD434}"/>
              </a:ext>
            </a:extLst>
          </p:cNvPr>
          <p:cNvGrpSpPr/>
          <p:nvPr/>
        </p:nvGrpSpPr>
        <p:grpSpPr>
          <a:xfrm>
            <a:off x="55764" y="4639729"/>
            <a:ext cx="6328103" cy="2123677"/>
            <a:chOff x="5662294" y="88682"/>
            <a:chExt cx="3419856" cy="794188"/>
          </a:xfrm>
        </p:grpSpPr>
        <p:sp>
          <p:nvSpPr>
            <p:cNvPr id="37" name="Rectangle: Top Corners Rounded 36">
              <a:extLst>
                <a:ext uri="{FF2B5EF4-FFF2-40B4-BE49-F238E27FC236}">
                  <a16:creationId xmlns:a16="http://schemas.microsoft.com/office/drawing/2014/main" id="{C9C1F155-9087-0047-FAC1-7A4D7890B79C}"/>
                </a:ext>
              </a:extLst>
            </p:cNvPr>
            <p:cNvSpPr/>
            <p:nvPr/>
          </p:nvSpPr>
          <p:spPr>
            <a:xfrm>
              <a:off x="5662294" y="88682"/>
              <a:ext cx="3419856" cy="131508"/>
            </a:xfrm>
            <a:prstGeom prst="round2SameRect">
              <a:avLst>
                <a:gd name="adj1" fmla="val 35015"/>
                <a:gd name="adj2" fmla="val 0"/>
              </a:avLst>
            </a:prstGeom>
            <a:solidFill>
              <a:srgbClr val="00B050"/>
            </a:solidFill>
            <a:ln w="6350"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r>
                <a:rPr lang="fr-FR" sz="1200" b="1">
                  <a:latin typeface="Abadi" panose="020B0604020104020204" pitchFamily="34" charset="0"/>
                </a:rPr>
                <a:t>     WHY THIS SOLUTION</a:t>
              </a:r>
              <a:endParaRPr lang="en-US" sz="1200" i="1">
                <a:latin typeface="Abadi" panose="020B0604020104020204" pitchFamily="34" charset="0"/>
              </a:endParaRPr>
            </a:p>
          </p:txBody>
        </p:sp>
        <p:sp>
          <p:nvSpPr>
            <p:cNvPr id="38" name="Rectangle: Top Corners Rounded 37">
              <a:extLst>
                <a:ext uri="{FF2B5EF4-FFF2-40B4-BE49-F238E27FC236}">
                  <a16:creationId xmlns:a16="http://schemas.microsoft.com/office/drawing/2014/main" id="{0C2087CC-193E-5DB2-525C-5FF36F7B665F}"/>
                </a:ext>
              </a:extLst>
            </p:cNvPr>
            <p:cNvSpPr/>
            <p:nvPr/>
          </p:nvSpPr>
          <p:spPr>
            <a:xfrm>
              <a:off x="5667756" y="220190"/>
              <a:ext cx="3410584" cy="662680"/>
            </a:xfrm>
            <a:prstGeom prst="round2SameRect">
              <a:avLst>
                <a:gd name="adj1" fmla="val 0"/>
                <a:gd name="adj2" fmla="val 6605"/>
              </a:avLst>
            </a:prstGeom>
            <a:noFill/>
            <a:ln w="1905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en-US" sz="713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endParaRP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442B843A-04FB-D0CE-A062-63870378E1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741" y="4639729"/>
            <a:ext cx="351655" cy="351655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9FC22BA9-0ED4-C4B4-0183-BABBFD176731}"/>
              </a:ext>
            </a:extLst>
          </p:cNvPr>
          <p:cNvGrpSpPr/>
          <p:nvPr/>
        </p:nvGrpSpPr>
        <p:grpSpPr>
          <a:xfrm>
            <a:off x="6435448" y="4646546"/>
            <a:ext cx="2646702" cy="2116860"/>
            <a:chOff x="84083" y="94593"/>
            <a:chExt cx="1744717" cy="788276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6AAC256-C22C-60EF-FC16-4CB8CA941762}"/>
                </a:ext>
              </a:extLst>
            </p:cNvPr>
            <p:cNvSpPr/>
            <p:nvPr/>
          </p:nvSpPr>
          <p:spPr>
            <a:xfrm>
              <a:off x="84083" y="94593"/>
              <a:ext cx="1744717" cy="788276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083A9BC-120F-0BE1-1C2B-EBCC2F46B2F9}"/>
                </a:ext>
              </a:extLst>
            </p:cNvPr>
            <p:cNvSpPr txBox="1"/>
            <p:nvPr/>
          </p:nvSpPr>
          <p:spPr>
            <a:xfrm>
              <a:off x="291463" y="111937"/>
              <a:ext cx="1265559" cy="107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chemeClr val="accent6"/>
                  </a:solidFill>
                  <a:latin typeface="Abadi" panose="020B0604020104020204" pitchFamily="34" charset="0"/>
                </a:rPr>
                <a:t> TECHNOLOGY &amp; TOOLS</a:t>
              </a:r>
              <a:endParaRPr lang="en-IN" sz="1200" b="1">
                <a:solidFill>
                  <a:schemeClr val="accent6"/>
                </a:solidFill>
                <a:latin typeface="Abadi" panose="020B0604020104020204" pitchFamily="34" charset="0"/>
              </a:endParaRPr>
            </a:p>
          </p:txBody>
        </p:sp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23D096DA-FD29-7EF1-6601-5036E871EB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2672" y="4733141"/>
            <a:ext cx="247685" cy="247685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058EDA6A-4FAB-E9C4-880A-6CCFC220BE04}"/>
              </a:ext>
            </a:extLst>
          </p:cNvPr>
          <p:cNvGrpSpPr/>
          <p:nvPr/>
        </p:nvGrpSpPr>
        <p:grpSpPr>
          <a:xfrm>
            <a:off x="3674916" y="85015"/>
            <a:ext cx="3485438" cy="788276"/>
            <a:chOff x="74678" y="88424"/>
            <a:chExt cx="3476589" cy="78827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EFF9208-4FD3-133D-D130-C0383C62CA68}"/>
                </a:ext>
              </a:extLst>
            </p:cNvPr>
            <p:cNvSpPr txBox="1"/>
            <p:nvPr/>
          </p:nvSpPr>
          <p:spPr>
            <a:xfrm>
              <a:off x="432252" y="89677"/>
              <a:ext cx="13288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chemeClr val="accent6"/>
                  </a:solidFill>
                  <a:latin typeface="Abadi" panose="020B0604020104020204" pitchFamily="34" charset="0"/>
                </a:rPr>
                <a:t>TITLE</a:t>
              </a:r>
              <a:endParaRPr lang="en-IN" sz="1200" b="1">
                <a:solidFill>
                  <a:schemeClr val="accent6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E07446B-D1B8-2A60-7F4D-A700B3AF7C03}"/>
                </a:ext>
              </a:extLst>
            </p:cNvPr>
            <p:cNvSpPr/>
            <p:nvPr/>
          </p:nvSpPr>
          <p:spPr>
            <a:xfrm>
              <a:off x="74678" y="88424"/>
              <a:ext cx="3476589" cy="788276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D7CB44A4-D13B-C749-9515-318827B81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8805" y="128160"/>
              <a:ext cx="268846" cy="28717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0EDC49-4B22-99B8-68DE-D8A61BB82AB2}"/>
                </a:ext>
              </a:extLst>
            </p:cNvPr>
            <p:cNvSpPr txBox="1"/>
            <p:nvPr/>
          </p:nvSpPr>
          <p:spPr>
            <a:xfrm>
              <a:off x="131741" y="336453"/>
              <a:ext cx="3362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>
                  <a:solidFill>
                    <a:schemeClr val="bg2">
                      <a:lumMod val="75000"/>
                    </a:schemeClr>
                  </a:solidFill>
                  <a:latin typeface="Abadi ExtraLight" panose="020B0204020104020204" pitchFamily="34" charset="0"/>
                </a:rPr>
                <a:t>…</a:t>
              </a:r>
              <a:endParaRPr lang="en-IN" i="1">
                <a:solidFill>
                  <a:schemeClr val="bg2">
                    <a:lumMod val="75000"/>
                  </a:schemeClr>
                </a:solidFill>
                <a:latin typeface="Abadi ExtraLight" panose="020B020402010402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0E15E61-36A7-EC78-77D0-BFA4C9BD9592}"/>
              </a:ext>
            </a:extLst>
          </p:cNvPr>
          <p:cNvGrpSpPr/>
          <p:nvPr/>
        </p:nvGrpSpPr>
        <p:grpSpPr>
          <a:xfrm>
            <a:off x="55764" y="71897"/>
            <a:ext cx="3581556" cy="804741"/>
            <a:chOff x="1532828" y="3009367"/>
            <a:chExt cx="3581556" cy="80474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60A6DD-8F0C-69CA-6A21-34B2C7638825}"/>
                </a:ext>
              </a:extLst>
            </p:cNvPr>
            <p:cNvSpPr txBox="1"/>
            <p:nvPr/>
          </p:nvSpPr>
          <p:spPr>
            <a:xfrm>
              <a:off x="1708796" y="3265518"/>
              <a:ext cx="31569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>
                  <a:solidFill>
                    <a:schemeClr val="bg2">
                      <a:lumMod val="75000"/>
                    </a:schemeClr>
                  </a:solidFill>
                  <a:latin typeface="Abadi ExtraLight" panose="020B0204020104020204" pitchFamily="34" charset="0"/>
                </a:rPr>
                <a:t>…</a:t>
              </a:r>
              <a:endParaRPr lang="en-IN" i="1">
                <a:solidFill>
                  <a:schemeClr val="bg2">
                    <a:lumMod val="75000"/>
                  </a:schemeClr>
                </a:solidFill>
                <a:latin typeface="Abadi ExtraLight" panose="020B0204020104020204" pitchFamily="34" charset="0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277E45B-693D-3748-80FF-2B8C7F88AEC6}"/>
                </a:ext>
              </a:extLst>
            </p:cNvPr>
            <p:cNvGrpSpPr/>
            <p:nvPr/>
          </p:nvGrpSpPr>
          <p:grpSpPr>
            <a:xfrm>
              <a:off x="1532828" y="3009367"/>
              <a:ext cx="3581556" cy="804741"/>
              <a:chOff x="5662294" y="88682"/>
              <a:chExt cx="3419856" cy="794188"/>
            </a:xfrm>
          </p:grpSpPr>
          <p:sp>
            <p:nvSpPr>
              <p:cNvPr id="23" name="Rectangle: Top Corners Rounded 22">
                <a:extLst>
                  <a:ext uri="{FF2B5EF4-FFF2-40B4-BE49-F238E27FC236}">
                    <a16:creationId xmlns:a16="http://schemas.microsoft.com/office/drawing/2014/main" id="{BF4EAFBB-D382-E074-777B-ECD28280FAE6}"/>
                  </a:ext>
                </a:extLst>
              </p:cNvPr>
              <p:cNvSpPr/>
              <p:nvPr/>
            </p:nvSpPr>
            <p:spPr>
              <a:xfrm>
                <a:off x="5662294" y="88682"/>
                <a:ext cx="3419856" cy="199185"/>
              </a:xfrm>
              <a:prstGeom prst="round2SameRect">
                <a:avLst>
                  <a:gd name="adj1" fmla="val 35015"/>
                  <a:gd name="adj2" fmla="val 0"/>
                </a:avLst>
              </a:prstGeom>
              <a:solidFill>
                <a:srgbClr val="00B050"/>
              </a:solidFill>
              <a:ln w="6350">
                <a:solidFill>
                  <a:srgbClr val="00B05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r>
                  <a:rPr lang="fr-FR" sz="1200" b="1">
                    <a:latin typeface="Abadi" panose="020B0604020104020204" pitchFamily="34" charset="0"/>
                  </a:rPr>
                  <a:t>PROBLEM STATEMENT</a:t>
                </a:r>
                <a:endParaRPr lang="en-US" sz="1200" i="1">
                  <a:latin typeface="Abadi" panose="020B0604020104020204" pitchFamily="34" charset="0"/>
                </a:endParaRPr>
              </a:p>
            </p:txBody>
          </p:sp>
          <p:sp>
            <p:nvSpPr>
              <p:cNvPr id="28" name="Rectangle: Top Corners Rounded 27">
                <a:extLst>
                  <a:ext uri="{FF2B5EF4-FFF2-40B4-BE49-F238E27FC236}">
                    <a16:creationId xmlns:a16="http://schemas.microsoft.com/office/drawing/2014/main" id="{8E3AF0F1-EA84-1103-480C-9A443B912195}"/>
                  </a:ext>
                </a:extLst>
              </p:cNvPr>
              <p:cNvSpPr/>
              <p:nvPr/>
            </p:nvSpPr>
            <p:spPr>
              <a:xfrm>
                <a:off x="5670966" y="295032"/>
                <a:ext cx="3402717" cy="587838"/>
              </a:xfrm>
              <a:prstGeom prst="round2SameRect">
                <a:avLst>
                  <a:gd name="adj1" fmla="val 0"/>
                  <a:gd name="adj2" fmla="val 6605"/>
                </a:avLst>
              </a:prstGeom>
              <a:noFill/>
              <a:ln w="19050">
                <a:solidFill>
                  <a:schemeClr val="accent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en-US" sz="713">
                  <a:solidFill>
                    <a:schemeClr val="tx1">
                      <a:lumMod val="65000"/>
                      <a:lumOff val="3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5944B32-8FBE-641A-0045-372EB775E31C}"/>
              </a:ext>
            </a:extLst>
          </p:cNvPr>
          <p:cNvSpPr txBox="1"/>
          <p:nvPr/>
        </p:nvSpPr>
        <p:spPr>
          <a:xfrm>
            <a:off x="225617" y="2600501"/>
            <a:ext cx="4036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solidFill>
                  <a:schemeClr val="bg2">
                    <a:lumMod val="75000"/>
                  </a:schemeClr>
                </a:solidFill>
                <a:latin typeface="Abadi ExtraLight" panose="020B0204020104020204" pitchFamily="34" charset="0"/>
              </a:rPr>
              <a:t>…</a:t>
            </a:r>
            <a:endParaRPr lang="en-IN" i="1">
              <a:solidFill>
                <a:schemeClr val="bg2">
                  <a:lumMod val="75000"/>
                </a:schemeClr>
              </a:solidFill>
              <a:latin typeface="Abadi ExtraLight" panose="020B02040201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6FA8E3-634C-87DB-DE78-2E42B8B14D1C}"/>
              </a:ext>
            </a:extLst>
          </p:cNvPr>
          <p:cNvSpPr txBox="1"/>
          <p:nvPr/>
        </p:nvSpPr>
        <p:spPr>
          <a:xfrm>
            <a:off x="101508" y="5054547"/>
            <a:ext cx="5509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solidFill>
                  <a:schemeClr val="bg2">
                    <a:lumMod val="75000"/>
                  </a:schemeClr>
                </a:solidFill>
                <a:latin typeface="Abadi ExtraLight" panose="020B0204020104020204" pitchFamily="34" charset="0"/>
              </a:rPr>
              <a:t>…</a:t>
            </a:r>
            <a:endParaRPr lang="en-IN" i="1">
              <a:solidFill>
                <a:schemeClr val="bg2">
                  <a:lumMod val="75000"/>
                </a:schemeClr>
              </a:solidFill>
              <a:latin typeface="Abadi ExtraLight" panose="020B02040201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281B43-1308-72E3-0B7C-B5433F395426}"/>
              </a:ext>
            </a:extLst>
          </p:cNvPr>
          <p:cNvSpPr txBox="1"/>
          <p:nvPr/>
        </p:nvSpPr>
        <p:spPr>
          <a:xfrm>
            <a:off x="6631721" y="5036142"/>
            <a:ext cx="241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solidFill>
                  <a:schemeClr val="bg2">
                    <a:lumMod val="75000"/>
                  </a:schemeClr>
                </a:solidFill>
                <a:latin typeface="Abadi ExtraLight" panose="020B0204020104020204" pitchFamily="34" charset="0"/>
              </a:rPr>
              <a:t>…</a:t>
            </a:r>
            <a:endParaRPr lang="en-IN" i="1">
              <a:solidFill>
                <a:schemeClr val="bg2">
                  <a:lumMod val="75000"/>
                </a:schemeClr>
              </a:solidFill>
              <a:latin typeface="Abadi ExtraLight" panose="020B02040201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82596D-30D2-989C-F32E-B3AA11FF0A4E}"/>
              </a:ext>
            </a:extLst>
          </p:cNvPr>
          <p:cNvSpPr txBox="1"/>
          <p:nvPr/>
        </p:nvSpPr>
        <p:spPr>
          <a:xfrm>
            <a:off x="7209789" y="512714"/>
            <a:ext cx="1790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2">
                    <a:lumMod val="75000"/>
                  </a:schemeClr>
                </a:solidFill>
              </a:rPr>
              <a:t>…</a:t>
            </a:r>
            <a:endParaRPr lang="en-IN" sz="12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1DB01F-E7BD-63C3-F1FB-DCF2ED4DD87F}"/>
              </a:ext>
            </a:extLst>
          </p:cNvPr>
          <p:cNvSpPr txBox="1"/>
          <p:nvPr/>
        </p:nvSpPr>
        <p:spPr>
          <a:xfrm>
            <a:off x="7205732" y="272312"/>
            <a:ext cx="1154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bg2">
                    <a:lumMod val="50000"/>
                  </a:schemeClr>
                </a:solidFill>
              </a:rPr>
              <a:t>…</a:t>
            </a:r>
            <a:endParaRPr lang="en-IN" sz="1200" b="1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786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F0F98-6A9E-BD1E-121A-CB903FA2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9CD7875-953B-B4E5-0BA1-3C93AA2233FF}"/>
              </a:ext>
            </a:extLst>
          </p:cNvPr>
          <p:cNvGrpSpPr/>
          <p:nvPr/>
        </p:nvGrpSpPr>
        <p:grpSpPr>
          <a:xfrm>
            <a:off x="7205732" y="51951"/>
            <a:ext cx="1884410" cy="830588"/>
            <a:chOff x="50215" y="68745"/>
            <a:chExt cx="1775147" cy="830588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66D9CF8E-5C47-C2E4-2179-77689235F69C}"/>
                </a:ext>
              </a:extLst>
            </p:cNvPr>
            <p:cNvSpPr/>
            <p:nvPr/>
          </p:nvSpPr>
          <p:spPr>
            <a:xfrm>
              <a:off x="50215" y="94592"/>
              <a:ext cx="1730260" cy="804741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253230B-1E9C-0CEC-A381-1E55022EC2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7146" y="99523"/>
              <a:ext cx="227906" cy="23164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C03A73C-A90F-1FE4-751D-B0FCF3089DDC}"/>
                </a:ext>
              </a:extLst>
            </p:cNvPr>
            <p:cNvSpPr txBox="1"/>
            <p:nvPr/>
          </p:nvSpPr>
          <p:spPr>
            <a:xfrm>
              <a:off x="213419" y="68745"/>
              <a:ext cx="161194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>
                  <a:solidFill>
                    <a:schemeClr val="accent6"/>
                  </a:solidFill>
                  <a:latin typeface="Abadi" panose="020B0604020104020204" pitchFamily="34" charset="0"/>
                </a:rPr>
                <a:t>TEAM NAME &amp; MEMBERS</a:t>
              </a:r>
              <a:endParaRPr lang="en-IN" sz="1050" b="1">
                <a:solidFill>
                  <a:schemeClr val="accent6"/>
                </a:solidFill>
                <a:latin typeface="Abadi" panose="020B0604020104020204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B5D7B6C-7615-9699-427F-E3B4C3370645}"/>
              </a:ext>
            </a:extLst>
          </p:cNvPr>
          <p:cNvGrpSpPr/>
          <p:nvPr/>
        </p:nvGrpSpPr>
        <p:grpSpPr>
          <a:xfrm>
            <a:off x="60266" y="926879"/>
            <a:ext cx="9023468" cy="3678985"/>
            <a:chOff x="5662294" y="88682"/>
            <a:chExt cx="3419856" cy="794188"/>
          </a:xfrm>
        </p:grpSpPr>
        <p:sp>
          <p:nvSpPr>
            <p:cNvPr id="31" name="Rectangle: Top Corners Rounded 30">
              <a:extLst>
                <a:ext uri="{FF2B5EF4-FFF2-40B4-BE49-F238E27FC236}">
                  <a16:creationId xmlns:a16="http://schemas.microsoft.com/office/drawing/2014/main" id="{40243D45-6EEB-B26A-C746-2196536EF29B}"/>
                </a:ext>
              </a:extLst>
            </p:cNvPr>
            <p:cNvSpPr/>
            <p:nvPr/>
          </p:nvSpPr>
          <p:spPr>
            <a:xfrm>
              <a:off x="5662294" y="88682"/>
              <a:ext cx="3419856" cy="77906"/>
            </a:xfrm>
            <a:prstGeom prst="round2SameRect">
              <a:avLst>
                <a:gd name="adj1" fmla="val 35015"/>
                <a:gd name="adj2" fmla="val 0"/>
              </a:avLst>
            </a:prstGeom>
            <a:solidFill>
              <a:srgbClr val="00B050"/>
            </a:solidFill>
            <a:ln w="6350"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r>
                <a:rPr lang="fr-FR" sz="1200" b="1"/>
                <a:t>       PROPOSED SOLUTION</a:t>
              </a:r>
              <a:endParaRPr lang="en-US" sz="1200" i="1"/>
            </a:p>
          </p:txBody>
        </p:sp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57AF47E5-D312-C63F-A504-8ADA6C392120}"/>
                </a:ext>
              </a:extLst>
            </p:cNvPr>
            <p:cNvSpPr/>
            <p:nvPr/>
          </p:nvSpPr>
          <p:spPr>
            <a:xfrm>
              <a:off x="5667756" y="166588"/>
              <a:ext cx="3410584" cy="716282"/>
            </a:xfrm>
            <a:prstGeom prst="round2SameRect">
              <a:avLst>
                <a:gd name="adj1" fmla="val 0"/>
                <a:gd name="adj2" fmla="val 6605"/>
              </a:avLst>
            </a:prstGeom>
            <a:noFill/>
            <a:ln w="1905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en-US" sz="713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endParaRP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6D3B2AA6-1A12-DFCA-3AFC-A7ED7691B7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297" y="936822"/>
            <a:ext cx="356640" cy="321845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509E8E75-3AF9-7FD4-DEE5-217F4F1EDD41}"/>
              </a:ext>
            </a:extLst>
          </p:cNvPr>
          <p:cNvGrpSpPr/>
          <p:nvPr/>
        </p:nvGrpSpPr>
        <p:grpSpPr>
          <a:xfrm>
            <a:off x="91471" y="4639729"/>
            <a:ext cx="6283929" cy="2123677"/>
            <a:chOff x="5662294" y="88682"/>
            <a:chExt cx="3419856" cy="794188"/>
          </a:xfrm>
        </p:grpSpPr>
        <p:sp>
          <p:nvSpPr>
            <p:cNvPr id="37" name="Rectangle: Top Corners Rounded 36">
              <a:extLst>
                <a:ext uri="{FF2B5EF4-FFF2-40B4-BE49-F238E27FC236}">
                  <a16:creationId xmlns:a16="http://schemas.microsoft.com/office/drawing/2014/main" id="{27B95F74-9FE1-0222-FE6F-1AE1F594DABF}"/>
                </a:ext>
              </a:extLst>
            </p:cNvPr>
            <p:cNvSpPr/>
            <p:nvPr/>
          </p:nvSpPr>
          <p:spPr>
            <a:xfrm>
              <a:off x="5662294" y="88682"/>
              <a:ext cx="3419856" cy="131508"/>
            </a:xfrm>
            <a:prstGeom prst="round2SameRect">
              <a:avLst>
                <a:gd name="adj1" fmla="val 35015"/>
                <a:gd name="adj2" fmla="val 0"/>
              </a:avLst>
            </a:prstGeom>
            <a:solidFill>
              <a:srgbClr val="00B050"/>
            </a:solidFill>
            <a:ln w="6350"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r>
                <a:rPr lang="fr-FR" sz="1200" b="1">
                  <a:latin typeface="Abadi" panose="020B0604020104020204" pitchFamily="34" charset="0"/>
                </a:rPr>
                <a:t>     WHY THIS SOLUTION</a:t>
              </a:r>
              <a:endParaRPr lang="en-US" sz="1200" i="1">
                <a:latin typeface="Abadi" panose="020B0604020104020204" pitchFamily="34" charset="0"/>
              </a:endParaRPr>
            </a:p>
          </p:txBody>
        </p:sp>
        <p:sp>
          <p:nvSpPr>
            <p:cNvPr id="38" name="Rectangle: Top Corners Rounded 37">
              <a:extLst>
                <a:ext uri="{FF2B5EF4-FFF2-40B4-BE49-F238E27FC236}">
                  <a16:creationId xmlns:a16="http://schemas.microsoft.com/office/drawing/2014/main" id="{234D8AC8-1DF6-9F1B-EE0B-1CFACC49C722}"/>
                </a:ext>
              </a:extLst>
            </p:cNvPr>
            <p:cNvSpPr/>
            <p:nvPr/>
          </p:nvSpPr>
          <p:spPr>
            <a:xfrm>
              <a:off x="5667756" y="220190"/>
              <a:ext cx="3410584" cy="662680"/>
            </a:xfrm>
            <a:prstGeom prst="round2SameRect">
              <a:avLst>
                <a:gd name="adj1" fmla="val 0"/>
                <a:gd name="adj2" fmla="val 6605"/>
              </a:avLst>
            </a:prstGeom>
            <a:noFill/>
            <a:ln w="1905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en-US" sz="713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endParaRP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9754C4AB-BF08-899E-0825-CF44118E00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2477" y="4639729"/>
            <a:ext cx="351655" cy="351655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C28415FD-6B52-B890-7BB3-D2140747A777}"/>
              </a:ext>
            </a:extLst>
          </p:cNvPr>
          <p:cNvGrpSpPr/>
          <p:nvPr/>
        </p:nvGrpSpPr>
        <p:grpSpPr>
          <a:xfrm>
            <a:off x="6435448" y="4646546"/>
            <a:ext cx="2646702" cy="2116860"/>
            <a:chOff x="84083" y="94593"/>
            <a:chExt cx="1744717" cy="788276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6ACC0F6-5D9E-45B8-3686-728BE15408A7}"/>
                </a:ext>
              </a:extLst>
            </p:cNvPr>
            <p:cNvSpPr/>
            <p:nvPr/>
          </p:nvSpPr>
          <p:spPr>
            <a:xfrm>
              <a:off x="84083" y="94593"/>
              <a:ext cx="1744717" cy="788276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4C4F53F-61C6-F2BE-7235-B2B354B5AB84}"/>
                </a:ext>
              </a:extLst>
            </p:cNvPr>
            <p:cNvSpPr txBox="1"/>
            <p:nvPr/>
          </p:nvSpPr>
          <p:spPr>
            <a:xfrm>
              <a:off x="291463" y="111937"/>
              <a:ext cx="1265559" cy="107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chemeClr val="accent6"/>
                  </a:solidFill>
                  <a:latin typeface="Abadi" panose="020B0604020104020204" pitchFamily="34" charset="0"/>
                </a:rPr>
                <a:t> TECHNOLOGY &amp; TOOLS</a:t>
              </a:r>
              <a:endParaRPr lang="en-IN" sz="1200" b="1">
                <a:solidFill>
                  <a:schemeClr val="accent6"/>
                </a:solidFill>
                <a:latin typeface="Abadi" panose="020B0604020104020204" pitchFamily="34" charset="0"/>
              </a:endParaRPr>
            </a:p>
          </p:txBody>
        </p:sp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054A0018-F5AF-92C1-449D-D8DEA89563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2672" y="4733141"/>
            <a:ext cx="247685" cy="247685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7754EDF1-E735-860D-6088-329198D873C1}"/>
              </a:ext>
            </a:extLst>
          </p:cNvPr>
          <p:cNvGrpSpPr/>
          <p:nvPr/>
        </p:nvGrpSpPr>
        <p:grpSpPr>
          <a:xfrm>
            <a:off x="3681493" y="88424"/>
            <a:ext cx="3476589" cy="788276"/>
            <a:chOff x="74678" y="88424"/>
            <a:chExt cx="3476589" cy="78827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9196619-270A-C936-DE8E-814D553C1C7C}"/>
                </a:ext>
              </a:extLst>
            </p:cNvPr>
            <p:cNvSpPr txBox="1"/>
            <p:nvPr/>
          </p:nvSpPr>
          <p:spPr>
            <a:xfrm>
              <a:off x="432252" y="89677"/>
              <a:ext cx="13288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chemeClr val="accent6"/>
                  </a:solidFill>
                  <a:latin typeface="Abadi" panose="020B0604020104020204" pitchFamily="34" charset="0"/>
                </a:rPr>
                <a:t>TITLE</a:t>
              </a:r>
              <a:endParaRPr lang="en-IN" sz="1200" b="1">
                <a:solidFill>
                  <a:schemeClr val="accent6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1081401-CCA7-7D3F-997B-E8C2DA005D6C}"/>
                </a:ext>
              </a:extLst>
            </p:cNvPr>
            <p:cNvSpPr/>
            <p:nvPr/>
          </p:nvSpPr>
          <p:spPr>
            <a:xfrm>
              <a:off x="74678" y="88424"/>
              <a:ext cx="3476589" cy="788276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3CCE7DF-D5B5-8C20-C927-ACCB476DDDD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8805" y="128160"/>
              <a:ext cx="268846" cy="28717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D0E900-3C8E-9CD0-D56C-A356893CAE32}"/>
                </a:ext>
              </a:extLst>
            </p:cNvPr>
            <p:cNvSpPr txBox="1"/>
            <p:nvPr/>
          </p:nvSpPr>
          <p:spPr>
            <a:xfrm>
              <a:off x="188805" y="455465"/>
              <a:ext cx="3362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>
                  <a:solidFill>
                    <a:schemeClr val="bg2">
                      <a:lumMod val="75000"/>
                    </a:schemeClr>
                  </a:solidFill>
                  <a:latin typeface="Abadi ExtraLight" panose="020B0204020104020204" pitchFamily="34" charset="0"/>
                </a:rPr>
                <a:t>&lt;e.g. An Agent for the software&gt;</a:t>
              </a:r>
              <a:endParaRPr lang="en-IN" i="1">
                <a:solidFill>
                  <a:schemeClr val="bg2">
                    <a:lumMod val="75000"/>
                  </a:schemeClr>
                </a:solidFill>
                <a:latin typeface="Abadi ExtraLight" panose="020B020402010402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6752F42-D40B-23D4-7AB7-0EC47E937D83}"/>
              </a:ext>
            </a:extLst>
          </p:cNvPr>
          <p:cNvGrpSpPr/>
          <p:nvPr/>
        </p:nvGrpSpPr>
        <p:grpSpPr>
          <a:xfrm>
            <a:off x="51630" y="80089"/>
            <a:ext cx="3597511" cy="844874"/>
            <a:chOff x="3568566" y="69332"/>
            <a:chExt cx="3597511" cy="844874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DBC98F4-2D84-A4D3-6FAE-A441C64D88C7}"/>
                </a:ext>
              </a:extLst>
            </p:cNvPr>
            <p:cNvGrpSpPr/>
            <p:nvPr/>
          </p:nvGrpSpPr>
          <p:grpSpPr>
            <a:xfrm>
              <a:off x="3581841" y="69332"/>
              <a:ext cx="3581556" cy="804741"/>
              <a:chOff x="5662294" y="88682"/>
              <a:chExt cx="3419856" cy="794188"/>
            </a:xfrm>
          </p:grpSpPr>
          <p:sp>
            <p:nvSpPr>
              <p:cNvPr id="23" name="Rectangle: Top Corners Rounded 22">
                <a:extLst>
                  <a:ext uri="{FF2B5EF4-FFF2-40B4-BE49-F238E27FC236}">
                    <a16:creationId xmlns:a16="http://schemas.microsoft.com/office/drawing/2014/main" id="{871CD258-C8F1-E78E-C061-DC446DEBE91A}"/>
                  </a:ext>
                </a:extLst>
              </p:cNvPr>
              <p:cNvSpPr/>
              <p:nvPr/>
            </p:nvSpPr>
            <p:spPr>
              <a:xfrm>
                <a:off x="5662294" y="88682"/>
                <a:ext cx="3419856" cy="199185"/>
              </a:xfrm>
              <a:prstGeom prst="round2SameRect">
                <a:avLst>
                  <a:gd name="adj1" fmla="val 35015"/>
                  <a:gd name="adj2" fmla="val 0"/>
                </a:avLst>
              </a:prstGeom>
              <a:solidFill>
                <a:srgbClr val="00B050"/>
              </a:solidFill>
              <a:ln w="6350">
                <a:solidFill>
                  <a:srgbClr val="00B05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r>
                  <a:rPr lang="fr-FR" sz="1200" b="1">
                    <a:latin typeface="Abadi" panose="020B0604020104020204" pitchFamily="34" charset="0"/>
                  </a:rPr>
                  <a:t>PROBLEM STATEMENT</a:t>
                </a:r>
                <a:endParaRPr lang="en-US" sz="1200" i="1">
                  <a:latin typeface="Abadi" panose="020B0604020104020204" pitchFamily="34" charset="0"/>
                </a:endParaRPr>
              </a:p>
            </p:txBody>
          </p:sp>
          <p:sp>
            <p:nvSpPr>
              <p:cNvPr id="28" name="Rectangle: Top Corners Rounded 27">
                <a:extLst>
                  <a:ext uri="{FF2B5EF4-FFF2-40B4-BE49-F238E27FC236}">
                    <a16:creationId xmlns:a16="http://schemas.microsoft.com/office/drawing/2014/main" id="{12CACB5E-9ACD-E3E5-2A61-C92E22BB908F}"/>
                  </a:ext>
                </a:extLst>
              </p:cNvPr>
              <p:cNvSpPr/>
              <p:nvPr/>
            </p:nvSpPr>
            <p:spPr>
              <a:xfrm>
                <a:off x="5670966" y="295032"/>
                <a:ext cx="3402717" cy="587838"/>
              </a:xfrm>
              <a:prstGeom prst="round2SameRect">
                <a:avLst>
                  <a:gd name="adj1" fmla="val 0"/>
                  <a:gd name="adj2" fmla="val 6605"/>
                </a:avLst>
              </a:prstGeom>
              <a:noFill/>
              <a:ln w="19050">
                <a:solidFill>
                  <a:schemeClr val="accent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en-US" sz="713">
                  <a:solidFill>
                    <a:schemeClr val="tx1">
                      <a:lumMod val="65000"/>
                      <a:lumOff val="3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8E1A3F-DA0D-5146-8465-70D97BA12878}"/>
                </a:ext>
              </a:extLst>
            </p:cNvPr>
            <p:cNvSpPr txBox="1"/>
            <p:nvPr/>
          </p:nvSpPr>
          <p:spPr>
            <a:xfrm>
              <a:off x="3568566" y="267875"/>
              <a:ext cx="35975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>
                  <a:solidFill>
                    <a:schemeClr val="bg2">
                      <a:lumMod val="75000"/>
                    </a:schemeClr>
                  </a:solidFill>
                  <a:latin typeface="Abadi ExtraLight" panose="020B0204020104020204" pitchFamily="34" charset="0"/>
                </a:rPr>
                <a:t>&lt;Put the problem statement you chose&gt;</a:t>
              </a:r>
              <a:endParaRPr lang="en-IN" i="1">
                <a:solidFill>
                  <a:schemeClr val="bg2">
                    <a:lumMod val="75000"/>
                  </a:schemeClr>
                </a:solidFill>
                <a:latin typeface="Abadi ExtraLight" panose="020B0204020104020204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9C442C0-E97B-03D9-8E17-F0F7C0FC5684}"/>
              </a:ext>
            </a:extLst>
          </p:cNvPr>
          <p:cNvSpPr txBox="1"/>
          <p:nvPr/>
        </p:nvSpPr>
        <p:spPr>
          <a:xfrm>
            <a:off x="535938" y="2623651"/>
            <a:ext cx="4036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solidFill>
                  <a:schemeClr val="bg2">
                    <a:lumMod val="75000"/>
                  </a:schemeClr>
                </a:solidFill>
                <a:latin typeface="Abadi ExtraLight" panose="020B0204020104020204" pitchFamily="34" charset="0"/>
              </a:rPr>
              <a:t>&lt;Describe your proposed solution here. Add diagrams &amp; pictures, if necessary, as shown&gt;</a:t>
            </a:r>
            <a:endParaRPr lang="en-IN" i="1">
              <a:solidFill>
                <a:schemeClr val="bg2">
                  <a:lumMod val="75000"/>
                </a:schemeClr>
              </a:solidFill>
              <a:latin typeface="Abadi ExtraLight" panose="020B02040201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3E75A2-8465-4024-8D2F-26C77C9B25AE}"/>
              </a:ext>
            </a:extLst>
          </p:cNvPr>
          <p:cNvSpPr txBox="1"/>
          <p:nvPr/>
        </p:nvSpPr>
        <p:spPr>
          <a:xfrm>
            <a:off x="535938" y="5451641"/>
            <a:ext cx="5509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solidFill>
                  <a:schemeClr val="bg2">
                    <a:lumMod val="75000"/>
                  </a:schemeClr>
                </a:solidFill>
                <a:latin typeface="Abadi ExtraLight" panose="020B0204020104020204" pitchFamily="34" charset="0"/>
              </a:rPr>
              <a:t>&lt;Explain the reason for choosing the solution you proposed. Highlight unique abilities and competitive edge&gt;</a:t>
            </a:r>
            <a:endParaRPr lang="en-IN" i="1">
              <a:solidFill>
                <a:schemeClr val="bg2">
                  <a:lumMod val="75000"/>
                </a:schemeClr>
              </a:solidFill>
              <a:latin typeface="Abadi ExtraLight" panose="020B02040201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EA6BD8-4D1E-0C16-14C0-B668E6F0CC76}"/>
              </a:ext>
            </a:extLst>
          </p:cNvPr>
          <p:cNvSpPr txBox="1"/>
          <p:nvPr/>
        </p:nvSpPr>
        <p:spPr>
          <a:xfrm>
            <a:off x="6631721" y="5036142"/>
            <a:ext cx="24107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solidFill>
                  <a:schemeClr val="bg2">
                    <a:lumMod val="75000"/>
                  </a:schemeClr>
                </a:solidFill>
                <a:latin typeface="Abadi ExtraLight" panose="020B0204020104020204" pitchFamily="34" charset="0"/>
              </a:rPr>
              <a:t>&lt;Lists the technologies and tools you will use to implement the solution&gt;</a:t>
            </a:r>
            <a:br>
              <a:rPr lang="en-US" i="1">
                <a:solidFill>
                  <a:schemeClr val="bg2">
                    <a:lumMod val="75000"/>
                  </a:schemeClr>
                </a:solidFill>
                <a:latin typeface="Abadi ExtraLight" panose="020B0204020104020204" pitchFamily="34" charset="0"/>
              </a:rPr>
            </a:br>
            <a:r>
              <a:rPr lang="en-US" i="1" err="1">
                <a:solidFill>
                  <a:schemeClr val="bg2">
                    <a:lumMod val="75000"/>
                  </a:schemeClr>
                </a:solidFill>
                <a:latin typeface="Abadi ExtraLight" panose="020B0204020104020204" pitchFamily="34" charset="0"/>
              </a:rPr>
              <a:t>e.g</a:t>
            </a:r>
            <a:r>
              <a:rPr lang="en-US" i="1">
                <a:solidFill>
                  <a:schemeClr val="bg2">
                    <a:lumMod val="75000"/>
                  </a:schemeClr>
                </a:solidFill>
                <a:latin typeface="Abadi ExtraLight" panose="020B0204020104020204" pitchFamily="34" charset="0"/>
              </a:rPr>
              <a:t> Python, </a:t>
            </a:r>
            <a:br>
              <a:rPr lang="en-US" i="1">
                <a:solidFill>
                  <a:schemeClr val="bg2">
                    <a:lumMod val="75000"/>
                  </a:schemeClr>
                </a:solidFill>
                <a:latin typeface="Abadi ExtraLight" panose="020B0204020104020204" pitchFamily="34" charset="0"/>
              </a:rPr>
            </a:br>
            <a:r>
              <a:rPr lang="en-US" i="1">
                <a:solidFill>
                  <a:schemeClr val="bg2">
                    <a:lumMod val="75000"/>
                  </a:schemeClr>
                </a:solidFill>
                <a:latin typeface="Abadi ExtraLight" panose="020B0204020104020204" pitchFamily="34" charset="0"/>
              </a:rPr>
              <a:t>      Docker etc.</a:t>
            </a:r>
            <a:endParaRPr lang="en-IN" i="1">
              <a:solidFill>
                <a:schemeClr val="bg2">
                  <a:lumMod val="75000"/>
                </a:schemeClr>
              </a:solidFill>
              <a:latin typeface="Abadi ExtraLight" panose="020B02040201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C01DCF-9871-BC0D-C9B4-5C2C50649566}"/>
              </a:ext>
            </a:extLst>
          </p:cNvPr>
          <p:cNvSpPr txBox="1"/>
          <p:nvPr/>
        </p:nvSpPr>
        <p:spPr>
          <a:xfrm>
            <a:off x="7217926" y="533834"/>
            <a:ext cx="1790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2">
                    <a:lumMod val="75000"/>
                  </a:schemeClr>
                </a:solidFill>
              </a:rPr>
              <a:t>&lt;Asha, Nithin, Deepak&gt;</a:t>
            </a:r>
            <a:endParaRPr lang="en-IN" sz="12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68EB59-1AD4-B1E0-80EB-EEE1C651B6B2}"/>
              </a:ext>
            </a:extLst>
          </p:cNvPr>
          <p:cNvSpPr txBox="1"/>
          <p:nvPr/>
        </p:nvSpPr>
        <p:spPr>
          <a:xfrm>
            <a:off x="7205732" y="272312"/>
            <a:ext cx="1154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bg2">
                    <a:lumMod val="50000"/>
                  </a:schemeClr>
                </a:solidFill>
              </a:rPr>
              <a:t>&lt;Zenith&gt;</a:t>
            </a:r>
            <a:endParaRPr lang="en-IN" sz="12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0E9BFA-42C7-4AD1-1056-2D9BA07469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3708" y="1592045"/>
            <a:ext cx="4038264" cy="254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369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9EAEDEC6A6DF45A1C62F1AB9232A3C" ma:contentTypeVersion="3" ma:contentTypeDescription="Create a new document." ma:contentTypeScope="" ma:versionID="e371333f2bcae319e9c67290c781516b">
  <xsd:schema xmlns:xsd="http://www.w3.org/2001/XMLSchema" xmlns:xs="http://www.w3.org/2001/XMLSchema" xmlns:p="http://schemas.microsoft.com/office/2006/metadata/properties" xmlns:ns2="41af7eeb-dc56-4a46-909f-199c47e1fb46" targetNamespace="http://schemas.microsoft.com/office/2006/metadata/properties" ma:root="true" ma:fieldsID="5bd42d364edc3558729a3ef3cac30184" ns2:_="">
    <xsd:import namespace="41af7eeb-dc56-4a46-909f-199c47e1fb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af7eeb-dc56-4a46-909f-199c47e1fb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4DCCF50-B89E-4E25-85E3-0EF5CC24640F}">
  <ds:schemaRefs>
    <ds:schemaRef ds:uri="41af7eeb-dc56-4a46-909f-199c47e1fb4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153055B-1936-4206-A5C3-4146D2825B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0AEB9D-849D-46B9-A864-CADDA66F8949}">
  <ds:schemaRefs>
    <ds:schemaRef ds:uri="41af7eeb-dc56-4a46-909f-199c47e1fb4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7443d00-af18-408c-9335-47b5de3ec9b9}" enabled="1" method="Privileged" siteId="{6e51e1ad-c54b-4b39-b598-0ffe9ae68fe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BHATTACHARJEE</dc:creator>
  <cp:revision>1</cp:revision>
  <dcterms:created xsi:type="dcterms:W3CDTF">2026-06-19T11:43:20Z</dcterms:created>
  <dcterms:modified xsi:type="dcterms:W3CDTF">2026-09-09T09:05:13Z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General</vt:lpwstr>
  </property>
  <property fmtid="{D5CDD505-2E9C-101B-9397-08002B2CF9AE}" pid="4" name="ContentTypeId">
    <vt:lpwstr>0x010100E29EAEDEC6A6DF45A1C62F1AB9232A3C</vt:lpwstr>
  </property>
</Properties>
</file>
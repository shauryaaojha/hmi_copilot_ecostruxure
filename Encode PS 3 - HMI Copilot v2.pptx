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sldIdLst>
    <p:sldId id="2147479271" r:id="rId5"/>
    <p:sldId id="2147479269" r:id="rId6"/>
    <p:sldId id="2147479270"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9755CB-D30E-759B-9353-4FEB942DF03C}" v="167" dt="2026-09-09T09:04:32.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6/11/relationships/changesInfo" Target="changesInfos/changesInfo1.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ARAJU KATTAMURI" userId="S::sesa407973@se.com::b02938cf-26b6-4b51-8cb8-c97403f61e72" providerId="AD" clId="Web-{8A9755CB-D30E-759B-9353-4FEB942DF03C}"/>
    <pc:docChg chg="addSld modSld sldOrd">
      <pc:chgData name="VENKATARAJU KATTAMURI" userId="S::sesa407973@se.com::b02938cf-26b6-4b51-8cb8-c97403f61e72" providerId="AD" clId="Web-{8A9755CB-D30E-759B-9353-4FEB942DF03C}" dt="2026-09-09T09:04:32.985" v="114" actId="1076"/>
      <pc:docMkLst>
        <pc:docMk/>
      </pc:docMkLst>
      <pc:sldChg chg="addSp delSp modSp new ord">
        <pc:chgData name="VENKATARAJU KATTAMURI" userId="S::sesa407973@se.com::b02938cf-26b6-4b51-8cb8-c97403f61e72" providerId="AD" clId="Web-{8A9755CB-D30E-759B-9353-4FEB942DF03C}" dt="2026-09-09T09:04:32.985" v="114" actId="1076"/>
        <pc:sldMkLst>
          <pc:docMk/>
          <pc:sldMk cId="2460186697" sldId="2147479271"/>
        </pc:sldMkLst>
        <pc:spChg chg="add mod">
          <ac:chgData name="VENKATARAJU KATTAMURI" userId="S::sesa407973@se.com::b02938cf-26b6-4b51-8cb8-c97403f61e72" providerId="AD" clId="Web-{8A9755CB-D30E-759B-9353-4FEB942DF03C}" dt="2026-09-09T09:04:32.985" v="113" actId="1076"/>
          <ac:spMkLst>
            <pc:docMk/>
            <pc:sldMk cId="2460186697" sldId="2147479271"/>
            <ac:spMk id="2" creationId="{70E02646-8215-F552-FA71-29215041CAD7}"/>
          </ac:spMkLst>
        </pc:spChg>
        <pc:spChg chg="add del mod">
          <ac:chgData name="VENKATARAJU KATTAMURI" userId="S::sesa407973@se.com::b02938cf-26b6-4b51-8cb8-c97403f61e72" providerId="AD" clId="Web-{8A9755CB-D30E-759B-9353-4FEB942DF03C}" dt="2026-09-09T08:57:11.404" v="6"/>
          <ac:spMkLst>
            <pc:docMk/>
            <pc:sldMk cId="2460186697" sldId="2147479271"/>
            <ac:spMk id="3" creationId="{7A0D0ED7-02B1-691E-7368-2F37300E49BE}"/>
          </ac:spMkLst>
        </pc:spChg>
        <pc:spChg chg="add del mod">
          <ac:chgData name="VENKATARAJU KATTAMURI" userId="S::sesa407973@se.com::b02938cf-26b6-4b51-8cb8-c97403f61e72" providerId="AD" clId="Web-{8A9755CB-D30E-759B-9353-4FEB942DF03C}" dt="2026-09-09T08:57:39.967" v="21"/>
          <ac:spMkLst>
            <pc:docMk/>
            <pc:sldMk cId="2460186697" sldId="2147479271"/>
            <ac:spMk id="4" creationId="{96D9422B-15E7-D57F-CAA2-031399B527F3}"/>
          </ac:spMkLst>
        </pc:spChg>
        <pc:spChg chg="add del mod">
          <ac:chgData name="VENKATARAJU KATTAMURI" userId="S::sesa407973@se.com::b02938cf-26b6-4b51-8cb8-c97403f61e72" providerId="AD" clId="Web-{8A9755CB-D30E-759B-9353-4FEB942DF03C}" dt="2026-09-09T08:57:34.248" v="13"/>
          <ac:spMkLst>
            <pc:docMk/>
            <pc:sldMk cId="2460186697" sldId="2147479271"/>
            <ac:spMk id="5" creationId="{9D4235A7-D958-6B93-A76B-487C3342AB4A}"/>
          </ac:spMkLst>
        </pc:spChg>
        <pc:spChg chg="add mod">
          <ac:chgData name="VENKATARAJU KATTAMURI" userId="S::sesa407973@se.com::b02938cf-26b6-4b51-8cb8-c97403f61e72" providerId="AD" clId="Web-{8A9755CB-D30E-759B-9353-4FEB942DF03C}" dt="2026-09-09T09:04:32.985" v="114" actId="1076"/>
          <ac:spMkLst>
            <pc:docMk/>
            <pc:sldMk cId="2460186697" sldId="2147479271"/>
            <ac:spMk id="6" creationId="{E81E60E5-6513-038E-78A3-B2D6BA3B655E}"/>
          </ac:spMkLst>
        </pc:spChg>
        <pc:spChg chg="add del mod">
          <ac:chgData name="VENKATARAJU KATTAMURI" userId="S::sesa407973@se.com::b02938cf-26b6-4b51-8cb8-c97403f61e72" providerId="AD" clId="Web-{8A9755CB-D30E-759B-9353-4FEB942DF03C}" dt="2026-09-09T08:58:35.048" v="35"/>
          <ac:spMkLst>
            <pc:docMk/>
            <pc:sldMk cId="2460186697" sldId="2147479271"/>
            <ac:spMk id="7" creationId="{6573616A-BFFD-0731-FEC6-9797EE52F6F9}"/>
          </ac:spMkLst>
        </pc:spChg>
        <pc:picChg chg="add mod">
          <ac:chgData name="VENKATARAJU KATTAMURI" userId="S::sesa407973@se.com::b02938cf-26b6-4b51-8cb8-c97403f61e72" providerId="AD" clId="Web-{8A9755CB-D30E-759B-9353-4FEB942DF03C}" dt="2026-09-09T09:04:23.141" v="112" actId="1076"/>
          <ac:picMkLst>
            <pc:docMk/>
            <pc:sldMk cId="2460186697" sldId="2147479271"/>
            <ac:picMk id="8" creationId="{1C764DEC-D24A-47E1-8F32-3ACF9A534C18}"/>
          </ac:picMkLst>
        </pc:picChg>
      </pc:sldChg>
    </pc:docChg>
  </pc:docChgLst>
  <pc:docChgLst>
    <pc:chgData name="VENKATARAJU KATTAMURI" userId="S::sesa407973@se.com::b02938cf-26b6-4b51-8cb8-c97403f61e72" providerId="AD" clId="Web-{0D3E1BD6-3C43-A855-D4E9-1F099B9F7E7F}"/>
    <pc:docChg chg="modSld">
      <pc:chgData name="VENKATARAJU KATTAMURI" userId="S::sesa407973@se.com::b02938cf-26b6-4b51-8cb8-c97403f61e72" providerId="AD" clId="Web-{0D3E1BD6-3C43-A855-D4E9-1F099B9F7E7F}" dt="2026-08-11T06:32:09.860" v="55" actId="14100"/>
      <pc:docMkLst>
        <pc:docMk/>
      </pc:docMkLst>
    </pc:docChg>
  </pc:docChgLst>
  <pc:docChgLst>
    <pc:chgData name="Sandeep BHATTACHARJEE" userId="66d29c88-7e99-48b4-8fef-ed109a810191" providerId="ADAL" clId="{6FDC88EB-9668-41C8-8F23-12E9E7E239A4}"/>
    <pc:docChg chg="undo redo custSel addSld delSld modSld">
      <pc:chgData name="Sandeep BHATTACHARJEE" userId="66d29c88-7e99-48b4-8fef-ed109a810191" providerId="ADAL" clId="{6FDC88EB-9668-41C8-8F23-12E9E7E239A4}" dt="2026-08-12T04:24:49.902" v="4947" actId="478"/>
      <pc:docMkLst>
        <pc:docMk/>
      </pc:docMkLst>
      <pc:sldChg chg="addSp delSp modSp mod">
        <pc:chgData name="Sandeep BHATTACHARJEE" userId="66d29c88-7e99-48b4-8fef-ed109a810191" providerId="ADAL" clId="{6FDC88EB-9668-41C8-8F23-12E9E7E239A4}" dt="2026-08-12T04:24:49.902" v="4947" actId="478"/>
        <pc:sldMkLst>
          <pc:docMk/>
          <pc:sldMk cId="2815786062" sldId="2147479269"/>
        </pc:sldMkLst>
        <pc:spChg chg="add mod topLvl">
          <ac:chgData name="Sandeep BHATTACHARJEE" userId="66d29c88-7e99-48b4-8fef-ed109a810191" providerId="ADAL" clId="{6FDC88EB-9668-41C8-8F23-12E9E7E239A4}" dt="2026-08-12T04:10:34.798" v="4683" actId="14100"/>
          <ac:spMkLst>
            <pc:docMk/>
            <pc:sldMk cId="2815786062" sldId="2147479269"/>
            <ac:spMk id="2" creationId="{2B31AA46-694E-8E8F-A4DA-B012004DA0CB}"/>
          </ac:spMkLst>
        </pc:spChg>
        <pc:spChg chg="add mod topLvl">
          <ac:chgData name="Sandeep BHATTACHARJEE" userId="66d29c88-7e99-48b4-8fef-ed109a810191" providerId="ADAL" clId="{6FDC88EB-9668-41C8-8F23-12E9E7E239A4}" dt="2026-08-12T04:09:04.780" v="4678" actId="164"/>
          <ac:spMkLst>
            <pc:docMk/>
            <pc:sldMk cId="2815786062" sldId="2147479269"/>
            <ac:spMk id="4" creationId="{5E07446B-D1B8-2A60-7F4D-A700B3AF7C03}"/>
          </ac:spMkLst>
        </pc:spChg>
        <pc:spChg chg="add mod topLvl">
          <ac:chgData name="Sandeep BHATTACHARJEE" userId="66d29c88-7e99-48b4-8fef-ed109a810191" providerId="ADAL" clId="{6FDC88EB-9668-41C8-8F23-12E9E7E239A4}" dt="2026-08-12T03:59:50.940" v="4546" actId="1036"/>
          <ac:spMkLst>
            <pc:docMk/>
            <pc:sldMk cId="2815786062" sldId="2147479269"/>
            <ac:spMk id="9" creationId="{EB471031-2EB4-7F94-D4F7-9B3EABD8F7BF}"/>
          </ac:spMkLst>
        </pc:spChg>
        <pc:spChg chg="add mod">
          <ac:chgData name="Sandeep BHATTACHARJEE" userId="66d29c88-7e99-48b4-8fef-ed109a810191" providerId="ADAL" clId="{6FDC88EB-9668-41C8-8F23-12E9E7E239A4}" dt="2026-08-12T04:14:32.251" v="4708" actId="6549"/>
          <ac:spMkLst>
            <pc:docMk/>
            <pc:sldMk cId="2815786062" sldId="2147479269"/>
            <ac:spMk id="11" creationId="{310EDC49-4B22-99B8-68DE-D8A61BB82AB2}"/>
          </ac:spMkLst>
        </pc:spChg>
        <pc:spChg chg="add mod">
          <ac:chgData name="Sandeep BHATTACHARJEE" userId="66d29c88-7e99-48b4-8fef-ed109a810191" providerId="ADAL" clId="{6FDC88EB-9668-41C8-8F23-12E9E7E239A4}" dt="2026-08-12T04:08:49.468" v="4675" actId="1076"/>
          <ac:spMkLst>
            <pc:docMk/>
            <pc:sldMk cId="2815786062" sldId="2147479269"/>
            <ac:spMk id="12" creationId="{5860A6DD-8F0C-69CA-6A21-34B2C7638825}"/>
          </ac:spMkLst>
        </pc:spChg>
        <pc:spChg chg="add mod topLvl">
          <ac:chgData name="Sandeep BHATTACHARJEE" userId="66d29c88-7e99-48b4-8fef-ed109a810191" providerId="ADAL" clId="{6FDC88EB-9668-41C8-8F23-12E9E7E239A4}" dt="2026-08-12T04:13:13.406" v="4703" actId="1076"/>
          <ac:spMkLst>
            <pc:docMk/>
            <pc:sldMk cId="2815786062" sldId="2147479269"/>
            <ac:spMk id="14" creationId="{65944B32-8FBE-641A-0045-372EB775E31C}"/>
          </ac:spMkLst>
        </pc:spChg>
        <pc:spChg chg="add mod">
          <ac:chgData name="Sandeep BHATTACHARJEE" userId="66d29c88-7e99-48b4-8fef-ed109a810191" providerId="ADAL" clId="{6FDC88EB-9668-41C8-8F23-12E9E7E239A4}" dt="2026-08-12T04:13:49.345" v="4707" actId="1076"/>
          <ac:spMkLst>
            <pc:docMk/>
            <pc:sldMk cId="2815786062" sldId="2147479269"/>
            <ac:spMk id="15" creationId="{526FA8E3-634C-87DB-DE78-2E42B8B14D1C}"/>
          </ac:spMkLst>
        </pc:spChg>
        <pc:spChg chg="add mod">
          <ac:chgData name="Sandeep BHATTACHARJEE" userId="66d29c88-7e99-48b4-8fef-ed109a810191" providerId="ADAL" clId="{6FDC88EB-9668-41C8-8F23-12E9E7E239A4}" dt="2026-08-12T04:07:05.697" v="4664" actId="5793"/>
          <ac:spMkLst>
            <pc:docMk/>
            <pc:sldMk cId="2815786062" sldId="2147479269"/>
            <ac:spMk id="16" creationId="{11281B43-1308-72E3-0B7C-B5433F395426}"/>
          </ac:spMkLst>
        </pc:spChg>
        <pc:spChg chg="add mod">
          <ac:chgData name="Sandeep BHATTACHARJEE" userId="66d29c88-7e99-48b4-8fef-ed109a810191" providerId="ADAL" clId="{6FDC88EB-9668-41C8-8F23-12E9E7E239A4}" dt="2026-08-12T04:13:35.500" v="4706" actId="1076"/>
          <ac:spMkLst>
            <pc:docMk/>
            <pc:sldMk cId="2815786062" sldId="2147479269"/>
            <ac:spMk id="17" creationId="{B382596D-30D2-989C-F32E-B3AA11FF0A4E}"/>
          </ac:spMkLst>
        </pc:spChg>
        <pc:spChg chg="add mod topLvl">
          <ac:chgData name="Sandeep BHATTACHARJEE" userId="66d29c88-7e99-48b4-8fef-ed109a810191" providerId="ADAL" clId="{6FDC88EB-9668-41C8-8F23-12E9E7E239A4}" dt="2026-08-12T04:09:04.780" v="4678" actId="164"/>
          <ac:spMkLst>
            <pc:docMk/>
            <pc:sldMk cId="2815786062" sldId="2147479269"/>
            <ac:spMk id="19" creationId="{3EFF9208-4FD3-133D-D130-C0383C62CA68}"/>
          </ac:spMkLst>
        </pc:spChg>
        <pc:spChg chg="add mod">
          <ac:chgData name="Sandeep BHATTACHARJEE" userId="66d29c88-7e99-48b4-8fef-ed109a810191" providerId="ADAL" clId="{6FDC88EB-9668-41C8-8F23-12E9E7E239A4}" dt="2026-08-12T04:06:50.361" v="4648" actId="5793"/>
          <ac:spMkLst>
            <pc:docMk/>
            <pc:sldMk cId="2815786062" sldId="2147479269"/>
            <ac:spMk id="20" creationId="{761DB01F-E7BD-63C3-F1FB-DCF2ED4DD87F}"/>
          </ac:spMkLst>
        </pc:spChg>
        <pc:spChg chg="mod topLvl">
          <ac:chgData name="Sandeep BHATTACHARJEE" userId="66d29c88-7e99-48b4-8fef-ed109a810191" providerId="ADAL" clId="{6FDC88EB-9668-41C8-8F23-12E9E7E239A4}" dt="2026-08-12T04:08:31.429" v="4673" actId="165"/>
          <ac:spMkLst>
            <pc:docMk/>
            <pc:sldMk cId="2815786062" sldId="2147479269"/>
            <ac:spMk id="23" creationId="{BF4EAFBB-D382-E074-777B-ECD28280FAE6}"/>
          </ac:spMkLst>
        </pc:spChg>
        <pc:spChg chg="add mod">
          <ac:chgData name="Sandeep BHATTACHARJEE" userId="66d29c88-7e99-48b4-8fef-ed109a810191" providerId="ADAL" clId="{6FDC88EB-9668-41C8-8F23-12E9E7E239A4}" dt="2026-08-12T04:08:31.429" v="4673" actId="165"/>
          <ac:spMkLst>
            <pc:docMk/>
            <pc:sldMk cId="2815786062" sldId="2147479269"/>
            <ac:spMk id="28" creationId="{8E3AF0F1-EA84-1103-480C-9A443B912195}"/>
          </ac:spMkLst>
        </pc:spChg>
        <pc:spChg chg="mod">
          <ac:chgData name="Sandeep BHATTACHARJEE" userId="66d29c88-7e99-48b4-8fef-ed109a810191" providerId="ADAL" clId="{6FDC88EB-9668-41C8-8F23-12E9E7E239A4}" dt="2026-08-12T04:12:57.644" v="4702" actId="1038"/>
          <ac:spMkLst>
            <pc:docMk/>
            <pc:sldMk cId="2815786062" sldId="2147479269"/>
            <ac:spMk id="31" creationId="{E203BD9E-8DF0-728C-5575-1E97F3F49222}"/>
          </ac:spMkLst>
        </pc:spChg>
        <pc:spChg chg="mod">
          <ac:chgData name="Sandeep BHATTACHARJEE" userId="66d29c88-7e99-48b4-8fef-ed109a810191" providerId="ADAL" clId="{6FDC88EB-9668-41C8-8F23-12E9E7E239A4}" dt="2026-08-11T09:36:22.405" v="3680" actId="14100"/>
          <ac:spMkLst>
            <pc:docMk/>
            <pc:sldMk cId="2815786062" sldId="2147479269"/>
            <ac:spMk id="32" creationId="{2FC0D952-A783-290E-0A92-894EBAD3662F}"/>
          </ac:spMkLst>
        </pc:spChg>
        <pc:spChg chg="mod">
          <ac:chgData name="Sandeep BHATTACHARJEE" userId="66d29c88-7e99-48b4-8fef-ed109a810191" providerId="ADAL" clId="{6FDC88EB-9668-41C8-8F23-12E9E7E239A4}" dt="2026-08-11T10:01:56.146" v="3889" actId="20577"/>
          <ac:spMkLst>
            <pc:docMk/>
            <pc:sldMk cId="2815786062" sldId="2147479269"/>
            <ac:spMk id="37" creationId="{C9C1F155-9087-0047-FAC1-7A4D7890B79C}"/>
          </ac:spMkLst>
        </pc:spChg>
        <pc:spChg chg="mod">
          <ac:chgData name="Sandeep BHATTACHARJEE" userId="66d29c88-7e99-48b4-8fef-ed109a810191" providerId="ADAL" clId="{6FDC88EB-9668-41C8-8F23-12E9E7E239A4}" dt="2026-08-11T09:58:14.179" v="3770" actId="14100"/>
          <ac:spMkLst>
            <pc:docMk/>
            <pc:sldMk cId="2815786062" sldId="2147479269"/>
            <ac:spMk id="38" creationId="{0C2087CC-193E-5DB2-525C-5FF36F7B665F}"/>
          </ac:spMkLst>
        </pc:spChg>
        <pc:spChg chg="mod">
          <ac:chgData name="Sandeep BHATTACHARJEE" userId="66d29c88-7e99-48b4-8fef-ed109a810191" providerId="ADAL" clId="{6FDC88EB-9668-41C8-8F23-12E9E7E239A4}" dt="2026-08-11T10:00:59.891" v="3828"/>
          <ac:spMkLst>
            <pc:docMk/>
            <pc:sldMk cId="2815786062" sldId="2147479269"/>
            <ac:spMk id="42" creationId="{16AAC256-C22C-60EF-FC16-4CB8CA941762}"/>
          </ac:spMkLst>
        </pc:spChg>
        <pc:spChg chg="mod">
          <ac:chgData name="Sandeep BHATTACHARJEE" userId="66d29c88-7e99-48b4-8fef-ed109a810191" providerId="ADAL" clId="{6FDC88EB-9668-41C8-8F23-12E9E7E239A4}" dt="2026-08-11T10:02:52.447" v="3898" actId="403"/>
          <ac:spMkLst>
            <pc:docMk/>
            <pc:sldMk cId="2815786062" sldId="2147479269"/>
            <ac:spMk id="44" creationId="{F083A9BC-120F-0BE1-1C2B-EBCC2F46B2F9}"/>
          </ac:spMkLst>
        </pc:spChg>
        <pc:grpChg chg="add mod">
          <ac:chgData name="Sandeep BHATTACHARJEE" userId="66d29c88-7e99-48b4-8fef-ed109a810191" providerId="ADAL" clId="{6FDC88EB-9668-41C8-8F23-12E9E7E239A4}" dt="2026-08-12T03:48:14.089" v="4035" actId="14100"/>
          <ac:grpSpMkLst>
            <pc:docMk/>
            <pc:sldMk cId="2815786062" sldId="2147479269"/>
            <ac:grpSpMk id="5" creationId="{812F502A-469F-420A-FEA8-59809BAED447}"/>
          </ac:grpSpMkLst>
        </pc:grpChg>
        <pc:grpChg chg="add mod">
          <ac:chgData name="Sandeep BHATTACHARJEE" userId="66d29c88-7e99-48b4-8fef-ed109a810191" providerId="ADAL" clId="{6FDC88EB-9668-41C8-8F23-12E9E7E239A4}" dt="2026-08-12T04:09:42.727" v="4682" actId="1038"/>
          <ac:grpSpMkLst>
            <pc:docMk/>
            <pc:sldMk cId="2815786062" sldId="2147479269"/>
            <ac:grpSpMk id="24" creationId="{20E15E61-36A7-EC78-77D0-BFA4C9BD9592}"/>
          </ac:grpSpMkLst>
        </pc:grpChg>
        <pc:grpChg chg="add mod">
          <ac:chgData name="Sandeep BHATTACHARJEE" userId="66d29c88-7e99-48b4-8fef-ed109a810191" providerId="ADAL" clId="{6FDC88EB-9668-41C8-8F23-12E9E7E239A4}" dt="2026-08-12T04:09:32.645" v="4681" actId="14100"/>
          <ac:grpSpMkLst>
            <pc:docMk/>
            <pc:sldMk cId="2815786062" sldId="2147479269"/>
            <ac:grpSpMk id="25" creationId="{058EDA6A-4FAB-E9C4-880A-6CCFC220BE04}"/>
          </ac:grpSpMkLst>
        </pc:grpChg>
        <pc:grpChg chg="add mod topLvl">
          <ac:chgData name="Sandeep BHATTACHARJEE" userId="66d29c88-7e99-48b4-8fef-ed109a810191" providerId="ADAL" clId="{6FDC88EB-9668-41C8-8F23-12E9E7E239A4}" dt="2026-08-12T04:08:44.234" v="4674" actId="164"/>
          <ac:grpSpMkLst>
            <pc:docMk/>
            <pc:sldMk cId="2815786062" sldId="2147479269"/>
            <ac:grpSpMk id="29" creationId="{0277E45B-693D-3748-80FF-2B8C7F88AEC6}"/>
          </ac:grpSpMkLst>
        </pc:grpChg>
        <pc:grpChg chg="add mod">
          <ac:chgData name="Sandeep BHATTACHARJEE" userId="66d29c88-7e99-48b4-8fef-ed109a810191" providerId="ADAL" clId="{6FDC88EB-9668-41C8-8F23-12E9E7E239A4}" dt="2026-08-11T09:39:43.055" v="3686" actId="1035"/>
          <ac:grpSpMkLst>
            <pc:docMk/>
            <pc:sldMk cId="2815786062" sldId="2147479269"/>
            <ac:grpSpMk id="30" creationId="{B0BAE115-03A0-9BF8-BC6E-78E206690FDA}"/>
          </ac:grpSpMkLst>
        </pc:grpChg>
        <pc:grpChg chg="add mod">
          <ac:chgData name="Sandeep BHATTACHARJEE" userId="66d29c88-7e99-48b4-8fef-ed109a810191" providerId="ADAL" clId="{6FDC88EB-9668-41C8-8F23-12E9E7E239A4}" dt="2026-08-12T04:12:10.550" v="4685" actId="1038"/>
          <ac:grpSpMkLst>
            <pc:docMk/>
            <pc:sldMk cId="2815786062" sldId="2147479269"/>
            <ac:grpSpMk id="36" creationId="{1D47AB9B-14A9-5743-F132-31D5ADFFD434}"/>
          </ac:grpSpMkLst>
        </pc:grpChg>
        <pc:grpChg chg="add mod">
          <ac:chgData name="Sandeep BHATTACHARJEE" userId="66d29c88-7e99-48b4-8fef-ed109a810191" providerId="ADAL" clId="{6FDC88EB-9668-41C8-8F23-12E9E7E239A4}" dt="2026-08-11T10:04:25.909" v="3923" actId="14100"/>
          <ac:grpSpMkLst>
            <pc:docMk/>
            <pc:sldMk cId="2815786062" sldId="2147479269"/>
            <ac:grpSpMk id="41" creationId="{9FC22BA9-0ED4-C4B4-0183-BABBFD176731}"/>
          </ac:grpSpMkLst>
        </pc:grpChg>
        <pc:picChg chg="add mod topLvl">
          <ac:chgData name="Sandeep BHATTACHARJEE" userId="66d29c88-7e99-48b4-8fef-ed109a810191" providerId="ADAL" clId="{6FDC88EB-9668-41C8-8F23-12E9E7E239A4}" dt="2026-08-12T03:56:47.898" v="4479" actId="1035"/>
          <ac:picMkLst>
            <pc:docMk/>
            <pc:sldMk cId="2815786062" sldId="2147479269"/>
            <ac:picMk id="7" creationId="{ED586117-B9E5-6A74-602A-66CA162E6F54}"/>
          </ac:picMkLst>
        </pc:picChg>
        <pc:picChg chg="add mod">
          <ac:chgData name="Sandeep BHATTACHARJEE" userId="66d29c88-7e99-48b4-8fef-ed109a810191" providerId="ADAL" clId="{6FDC88EB-9668-41C8-8F23-12E9E7E239A4}" dt="2026-08-11T10:06:18.488" v="3931" actId="1076"/>
          <ac:picMkLst>
            <pc:docMk/>
            <pc:sldMk cId="2815786062" sldId="2147479269"/>
            <ac:picMk id="35" creationId="{26DD8539-43FB-3C87-1BF7-BA3A279ADAF4}"/>
          </ac:picMkLst>
        </pc:picChg>
        <pc:picChg chg="add mod">
          <ac:chgData name="Sandeep BHATTACHARJEE" userId="66d29c88-7e99-48b4-8fef-ed109a810191" providerId="ADAL" clId="{6FDC88EB-9668-41C8-8F23-12E9E7E239A4}" dt="2026-08-12T04:12:18.016" v="4693" actId="1037"/>
          <ac:picMkLst>
            <pc:docMk/>
            <pc:sldMk cId="2815786062" sldId="2147479269"/>
            <ac:picMk id="40" creationId="{442B843A-04FB-D0CE-A062-63870378E10D}"/>
          </ac:picMkLst>
        </pc:picChg>
        <pc:picChg chg="add mod topLvl">
          <ac:chgData name="Sandeep BHATTACHARJEE" userId="66d29c88-7e99-48b4-8fef-ed109a810191" providerId="ADAL" clId="{6FDC88EB-9668-41C8-8F23-12E9E7E239A4}" dt="2026-08-12T04:09:04.780" v="4678" actId="164"/>
          <ac:picMkLst>
            <pc:docMk/>
            <pc:sldMk cId="2815786062" sldId="2147479269"/>
            <ac:picMk id="48" creationId="{D7CB44A4-D13B-C749-9515-318827B81EBD}"/>
          </ac:picMkLst>
        </pc:picChg>
        <pc:picChg chg="add mod">
          <ac:chgData name="Sandeep BHATTACHARJEE" userId="66d29c88-7e99-48b4-8fef-ed109a810191" providerId="ADAL" clId="{6FDC88EB-9668-41C8-8F23-12E9E7E239A4}" dt="2026-08-12T04:01:55.596" v="4562"/>
          <ac:picMkLst>
            <pc:docMk/>
            <pc:sldMk cId="2815786062" sldId="2147479269"/>
            <ac:picMk id="50" creationId="{23D096DA-FD29-7EF1-6601-5036E871EB22}"/>
          </ac:picMkLst>
        </pc:picChg>
      </pc:sldChg>
      <pc:sldChg chg="addSp delSp modSp add mod">
        <pc:chgData name="Sandeep BHATTACHARJEE" userId="66d29c88-7e99-48b4-8fef-ed109a810191" providerId="ADAL" clId="{6FDC88EB-9668-41C8-8F23-12E9E7E239A4}" dt="2026-08-12T04:24:22.874" v="4946" actId="1036"/>
        <pc:sldMkLst>
          <pc:docMk/>
          <pc:sldMk cId="2020369711" sldId="2147479270"/>
        </pc:sldMkLst>
        <pc:spChg chg="mod">
          <ac:chgData name="Sandeep BHATTACHARJEE" userId="66d29c88-7e99-48b4-8fef-ed109a810191" providerId="ADAL" clId="{6FDC88EB-9668-41C8-8F23-12E9E7E239A4}" dt="2026-08-12T04:24:07.553" v="4944" actId="14100"/>
          <ac:spMkLst>
            <pc:docMk/>
            <pc:sldMk cId="2020369711" sldId="2147479270"/>
            <ac:spMk id="2" creationId="{66D9CF8E-5C47-C2E4-2179-77689235F69C}"/>
          </ac:spMkLst>
        </pc:spChg>
        <pc:spChg chg="mod">
          <ac:chgData name="Sandeep BHATTACHARJEE" userId="66d29c88-7e99-48b4-8fef-ed109a810191" providerId="ADAL" clId="{6FDC88EB-9668-41C8-8F23-12E9E7E239A4}" dt="2026-08-12T04:23:25.522" v="4774" actId="164"/>
          <ac:spMkLst>
            <pc:docMk/>
            <pc:sldMk cId="2020369711" sldId="2147479270"/>
            <ac:spMk id="4" creationId="{B1081401-CCA7-7D3F-997B-E8C2DA005D6C}"/>
          </ac:spMkLst>
        </pc:spChg>
        <pc:spChg chg="mod">
          <ac:chgData name="Sandeep BHATTACHARJEE" userId="66d29c88-7e99-48b4-8fef-ed109a810191" providerId="ADAL" clId="{6FDC88EB-9668-41C8-8F23-12E9E7E239A4}" dt="2026-08-12T04:24:14.414" v="4945" actId="14100"/>
          <ac:spMkLst>
            <pc:docMk/>
            <pc:sldMk cId="2020369711" sldId="2147479270"/>
            <ac:spMk id="9" creationId="{BC03A73C-A90F-1FE4-751D-B0FCF3089DDC}"/>
          </ac:spMkLst>
        </pc:spChg>
        <pc:spChg chg="mod">
          <ac:chgData name="Sandeep BHATTACHARJEE" userId="66d29c88-7e99-48b4-8fef-ed109a810191" providerId="ADAL" clId="{6FDC88EB-9668-41C8-8F23-12E9E7E239A4}" dt="2026-08-12T04:23:25.522" v="4774" actId="164"/>
          <ac:spMkLst>
            <pc:docMk/>
            <pc:sldMk cId="2020369711" sldId="2147479270"/>
            <ac:spMk id="11" creationId="{32D0E900-3C8E-9CD0-D56C-A356893CAE32}"/>
          </ac:spMkLst>
        </pc:spChg>
        <pc:spChg chg="mod">
          <ac:chgData name="Sandeep BHATTACHARJEE" userId="66d29c88-7e99-48b4-8fef-ed109a810191" providerId="ADAL" clId="{6FDC88EB-9668-41C8-8F23-12E9E7E239A4}" dt="2026-08-12T04:22:44.734" v="4730" actId="164"/>
          <ac:spMkLst>
            <pc:docMk/>
            <pc:sldMk cId="2020369711" sldId="2147479270"/>
            <ac:spMk id="12" creationId="{738E1A3F-DA0D-5146-8465-70D97BA12878}"/>
          </ac:spMkLst>
        </pc:spChg>
        <pc:spChg chg="mod">
          <ac:chgData name="Sandeep BHATTACHARJEE" userId="66d29c88-7e99-48b4-8fef-ed109a810191" providerId="ADAL" clId="{6FDC88EB-9668-41C8-8F23-12E9E7E239A4}" dt="2026-08-12T04:16:34.796" v="4721" actId="1037"/>
          <ac:spMkLst>
            <pc:docMk/>
            <pc:sldMk cId="2020369711" sldId="2147479270"/>
            <ac:spMk id="17" creationId="{0FC01DCF-9871-BC0D-C9B4-5C2C50649566}"/>
          </ac:spMkLst>
        </pc:spChg>
        <pc:spChg chg="mod">
          <ac:chgData name="Sandeep BHATTACHARJEE" userId="66d29c88-7e99-48b4-8fef-ed109a810191" providerId="ADAL" clId="{6FDC88EB-9668-41C8-8F23-12E9E7E239A4}" dt="2026-08-12T04:23:25.522" v="4774" actId="164"/>
          <ac:spMkLst>
            <pc:docMk/>
            <pc:sldMk cId="2020369711" sldId="2147479270"/>
            <ac:spMk id="19" creationId="{99196619-270A-C936-DE8E-814D553C1C7C}"/>
          </ac:spMkLst>
        </pc:spChg>
        <pc:grpChg chg="mod">
          <ac:chgData name="Sandeep BHATTACHARJEE" userId="66d29c88-7e99-48b4-8fef-ed109a810191" providerId="ADAL" clId="{6FDC88EB-9668-41C8-8F23-12E9E7E239A4}" dt="2026-08-12T04:24:22.874" v="4946" actId="1036"/>
          <ac:grpSpMkLst>
            <pc:docMk/>
            <pc:sldMk cId="2020369711" sldId="2147479270"/>
            <ac:grpSpMk id="5" creationId="{59CD7875-953B-B4E5-0BA1-3C93AA2233FF}"/>
          </ac:grpSpMkLst>
        </pc:grpChg>
        <pc:grpChg chg="add mod">
          <ac:chgData name="Sandeep BHATTACHARJEE" userId="66d29c88-7e99-48b4-8fef-ed109a810191" providerId="ADAL" clId="{6FDC88EB-9668-41C8-8F23-12E9E7E239A4}" dt="2026-08-12T04:23:51.085" v="4943" actId="1038"/>
          <ac:grpSpMkLst>
            <pc:docMk/>
            <pc:sldMk cId="2020369711" sldId="2147479270"/>
            <ac:grpSpMk id="10" creationId="{86752F42-D40B-23D4-7AB7-0EC47E937D83}"/>
          </ac:grpSpMkLst>
        </pc:grpChg>
        <pc:grpChg chg="add mod">
          <ac:chgData name="Sandeep BHATTACHARJEE" userId="66d29c88-7e99-48b4-8fef-ed109a810191" providerId="ADAL" clId="{6FDC88EB-9668-41C8-8F23-12E9E7E239A4}" dt="2026-08-12T04:23:32.838" v="4848" actId="1038"/>
          <ac:grpSpMkLst>
            <pc:docMk/>
            <pc:sldMk cId="2020369711" sldId="2147479270"/>
            <ac:grpSpMk id="18" creationId="{7754EDF1-E735-860D-6088-329198D873C1}"/>
          </ac:grpSpMkLst>
        </pc:grpChg>
        <pc:grpChg chg="mod">
          <ac:chgData name="Sandeep BHATTACHARJEE" userId="66d29c88-7e99-48b4-8fef-ed109a810191" providerId="ADAL" clId="{6FDC88EB-9668-41C8-8F23-12E9E7E239A4}" dt="2026-08-12T04:22:44.734" v="4730" actId="164"/>
          <ac:grpSpMkLst>
            <pc:docMk/>
            <pc:sldMk cId="2020369711" sldId="2147479270"/>
            <ac:grpSpMk id="29" creationId="{5DBC98F4-2D84-A4D3-6FAE-A441C64D88C7}"/>
          </ac:grpSpMkLst>
        </pc:grpChg>
        <pc:picChg chg="add mod">
          <ac:chgData name="Sandeep BHATTACHARJEE" userId="66d29c88-7e99-48b4-8fef-ed109a810191" providerId="ADAL" clId="{6FDC88EB-9668-41C8-8F23-12E9E7E239A4}" dt="2026-08-12T04:17:17.300" v="4722" actId="1076"/>
          <ac:picMkLst>
            <pc:docMk/>
            <pc:sldMk cId="2020369711" sldId="2147479270"/>
            <ac:picMk id="8" creationId="{680E9BFA-42C7-4AD1-1056-2D9BA0746964}"/>
          </ac:picMkLst>
        </pc:picChg>
        <pc:picChg chg="mod">
          <ac:chgData name="Sandeep BHATTACHARJEE" userId="66d29c88-7e99-48b4-8fef-ed109a810191" providerId="ADAL" clId="{6FDC88EB-9668-41C8-8F23-12E9E7E239A4}" dt="2026-08-12T04:23:25.522" v="4774" actId="164"/>
          <ac:picMkLst>
            <pc:docMk/>
            <pc:sldMk cId="2020369711" sldId="2147479270"/>
            <ac:picMk id="48" creationId="{A3CCE7DF-D5B5-8C20-C927-ACCB476DDDD4}"/>
          </ac:picMkLst>
        </pc:picChg>
      </pc:sldChg>
      <pc:sldMasterChg chg="delSldLayout">
        <pc:chgData name="Sandeep BHATTACHARJEE" userId="66d29c88-7e99-48b4-8fef-ed109a810191" providerId="ADAL" clId="{6FDC88EB-9668-41C8-8F23-12E9E7E239A4}" dt="2026-08-11T10:04:00.938" v="3901" actId="47"/>
        <pc:sldMasterMkLst>
          <pc:docMk/>
          <pc:sldMasterMk cId="1200406021" sldId="2147483648"/>
        </pc:sldMasterMkLst>
      </pc:sldMasterChg>
    </pc:docChg>
  </pc:docChgLst>
  <pc:docChgLst>
    <pc:chgData name="Sandeep BHATTACHARJEE" userId="S::sesa186841@se.com::66d29c88-7e99-48b4-8fef-ed109a810191" providerId="AD" clId="Web-{BC67BFFB-69DF-B549-6099-D9655C37BF51}"/>
    <pc:docChg chg="mod addSld modSld modMainMaster setSldSz">
      <pc:chgData name="Sandeep BHATTACHARJEE" userId="S::sesa186841@se.com::66d29c88-7e99-48b4-8fef-ed109a810191" providerId="AD" clId="Web-{BC67BFFB-69DF-B549-6099-D9655C37BF51}" dt="2026-08-11T07:02:34.563" v="77"/>
      <pc:docMkLst>
        <pc:docMk/>
      </pc:docMkLst>
      <pc:sldChg chg="new">
        <pc:chgData name="Sandeep BHATTACHARJEE" userId="S::sesa186841@se.com::66d29c88-7e99-48b4-8fef-ed109a810191" providerId="AD" clId="Web-{BC67BFFB-69DF-B549-6099-D9655C37BF51}" dt="2026-08-11T07:02:34.563" v="77"/>
        <pc:sldMkLst>
          <pc:docMk/>
          <pc:sldMk cId="2815786062" sldId="2147479269"/>
        </pc:sldMkLst>
      </pc:sldChg>
      <pc:sldMasterChg chg="modSp addSldLayout modSldLayout">
        <pc:chgData name="Sandeep BHATTACHARJEE" userId="S::sesa186841@se.com::66d29c88-7e99-48b4-8fef-ed109a810191" providerId="AD" clId="Web-{BC67BFFB-69DF-B549-6099-D9655C37BF51}" dt="2026-08-11T07:02:17.437" v="76"/>
        <pc:sldMasterMkLst>
          <pc:docMk/>
          <pc:sldMasterMk cId="1200406021" sldId="2147483648"/>
        </pc:sldMasterMkLst>
        <pc:spChg chg="mod">
          <ac:chgData name="Sandeep BHATTACHARJEE" userId="S::sesa186841@se.com::66d29c88-7e99-48b4-8fef-ed109a810191" providerId="AD" clId="Web-{BC67BFFB-69DF-B549-6099-D9655C37BF51}" dt="2026-08-11T07:02:17.437" v="76"/>
          <ac:spMkLst>
            <pc:docMk/>
            <pc:sldMasterMk cId="1200406021" sldId="2147483648"/>
            <ac:spMk id="2" creationId="{404E5403-5794-9E41-6135-4CC673B22B5A}"/>
          </ac:spMkLst>
        </pc:spChg>
        <pc:spChg chg="mod">
          <ac:chgData name="Sandeep BHATTACHARJEE" userId="S::sesa186841@se.com::66d29c88-7e99-48b4-8fef-ed109a810191" providerId="AD" clId="Web-{BC67BFFB-69DF-B549-6099-D9655C37BF51}" dt="2026-08-11T07:02:17.437" v="76"/>
          <ac:spMkLst>
            <pc:docMk/>
            <pc:sldMasterMk cId="1200406021" sldId="2147483648"/>
            <ac:spMk id="3" creationId="{C6B6DBAB-8C32-E23B-71A1-EF4EB02C1B9B}"/>
          </ac:spMkLst>
        </pc:spChg>
        <pc:spChg chg="mod">
          <ac:chgData name="Sandeep BHATTACHARJEE" userId="S::sesa186841@se.com::66d29c88-7e99-48b4-8fef-ed109a810191" providerId="AD" clId="Web-{BC67BFFB-69DF-B549-6099-D9655C37BF51}" dt="2026-08-11T07:02:17.437" v="76"/>
          <ac:spMkLst>
            <pc:docMk/>
            <pc:sldMasterMk cId="1200406021" sldId="2147483648"/>
            <ac:spMk id="4" creationId="{5994D3EB-C12A-5C56-8851-BE000A7020C4}"/>
          </ac:spMkLst>
        </pc:spChg>
        <pc:spChg chg="mod">
          <ac:chgData name="Sandeep BHATTACHARJEE" userId="S::sesa186841@se.com::66d29c88-7e99-48b4-8fef-ed109a810191" providerId="AD" clId="Web-{BC67BFFB-69DF-B549-6099-D9655C37BF51}" dt="2026-08-11T07:02:17.437" v="76"/>
          <ac:spMkLst>
            <pc:docMk/>
            <pc:sldMasterMk cId="1200406021" sldId="2147483648"/>
            <ac:spMk id="5" creationId="{55E59683-404B-651F-9975-6EBAFCE7780E}"/>
          </ac:spMkLst>
        </pc:spChg>
        <pc:spChg chg="mod">
          <ac:chgData name="Sandeep BHATTACHARJEE" userId="S::sesa186841@se.com::66d29c88-7e99-48b4-8fef-ed109a810191" providerId="AD" clId="Web-{BC67BFFB-69DF-B549-6099-D9655C37BF51}" dt="2026-08-11T07:02:17.437" v="76"/>
          <ac:spMkLst>
            <pc:docMk/>
            <pc:sldMasterMk cId="1200406021" sldId="2147483648"/>
            <ac:spMk id="6" creationId="{19C82843-D74B-D35A-4A52-C17627A6B07C}"/>
          </ac:spMkLst>
        </pc:spChg>
        <pc:spChg chg="mod">
          <ac:chgData name="Sandeep BHATTACHARJEE" userId="S::sesa186841@se.com::66d29c88-7e99-48b4-8fef-ed109a810191" providerId="AD" clId="Web-{BC67BFFB-69DF-B549-6099-D9655C37BF51}" dt="2026-08-11T07:02:17.437" v="76"/>
          <ac:spMkLst>
            <pc:docMk/>
            <pc:sldMasterMk cId="1200406021" sldId="2147483648"/>
            <ac:spMk id="8" creationId="{1A44B588-F3F7-5665-F60E-188750601055}"/>
          </ac:spMkLst>
        </pc:spChg>
        <pc:sldLayoutChg chg="modSp">
          <pc:chgData name="Sandeep BHATTACHARJEE" userId="S::sesa186841@se.com::66d29c88-7e99-48b4-8fef-ed109a810191" providerId="AD" clId="Web-{BC67BFFB-69DF-B549-6099-D9655C37BF51}" dt="2026-08-11T07:02:17.437" v="76"/>
          <pc:sldLayoutMkLst>
            <pc:docMk/>
            <pc:sldMasterMk cId="1200406021" sldId="2147483648"/>
            <pc:sldLayoutMk cId="3868619325" sldId="2147483649"/>
          </pc:sldLayoutMkLst>
          <pc:spChg chg="mod">
            <ac:chgData name="Sandeep BHATTACHARJEE" userId="S::sesa186841@se.com::66d29c88-7e99-48b4-8fef-ed109a810191" providerId="AD" clId="Web-{BC67BFFB-69DF-B549-6099-D9655C37BF51}" dt="2026-08-11T07:02:17.437" v="76"/>
            <ac:spMkLst>
              <pc:docMk/>
              <pc:sldMasterMk cId="1200406021" sldId="2147483648"/>
              <pc:sldLayoutMk cId="3868619325" sldId="2147483649"/>
              <ac:spMk id="2" creationId="{8D4D10C2-9070-8EFE-F490-E896F4A28549}"/>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3868619325" sldId="2147483649"/>
              <ac:spMk id="3" creationId="{0D891214-3F60-C0C2-A4F7-70AB16AB4383}"/>
            </ac:spMkLst>
          </pc:spChg>
        </pc:sldLayoutChg>
        <pc:sldLayoutChg chg="modSp">
          <pc:chgData name="Sandeep BHATTACHARJEE" userId="S::sesa186841@se.com::66d29c88-7e99-48b4-8fef-ed109a810191" providerId="AD" clId="Web-{BC67BFFB-69DF-B549-6099-D9655C37BF51}" dt="2026-08-11T07:02:17.437" v="76"/>
          <pc:sldLayoutMkLst>
            <pc:docMk/>
            <pc:sldMasterMk cId="1200406021" sldId="2147483648"/>
            <pc:sldLayoutMk cId="160193444" sldId="2147483651"/>
          </pc:sldLayoutMkLst>
          <pc:spChg chg="mod">
            <ac:chgData name="Sandeep BHATTACHARJEE" userId="S::sesa186841@se.com::66d29c88-7e99-48b4-8fef-ed109a810191" providerId="AD" clId="Web-{BC67BFFB-69DF-B549-6099-D9655C37BF51}" dt="2026-08-11T07:02:17.437" v="76"/>
            <ac:spMkLst>
              <pc:docMk/>
              <pc:sldMasterMk cId="1200406021" sldId="2147483648"/>
              <pc:sldLayoutMk cId="160193444" sldId="2147483651"/>
              <ac:spMk id="2" creationId="{F473168F-28C4-BAD0-9E10-DFB96FFC38F7}"/>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160193444" sldId="2147483651"/>
              <ac:spMk id="3" creationId="{607F209A-6FE7-F9A4-A049-72A9978ABBBE}"/>
            </ac:spMkLst>
          </pc:spChg>
        </pc:sldLayoutChg>
        <pc:sldLayoutChg chg="modSp">
          <pc:chgData name="Sandeep BHATTACHARJEE" userId="S::sesa186841@se.com::66d29c88-7e99-48b4-8fef-ed109a810191" providerId="AD" clId="Web-{BC67BFFB-69DF-B549-6099-D9655C37BF51}" dt="2026-08-11T07:02:17.437" v="76"/>
          <pc:sldLayoutMkLst>
            <pc:docMk/>
            <pc:sldMasterMk cId="1200406021" sldId="2147483648"/>
            <pc:sldLayoutMk cId="4107775896" sldId="2147483652"/>
          </pc:sldLayoutMkLst>
          <pc:spChg chg="mod">
            <ac:chgData name="Sandeep BHATTACHARJEE" userId="S::sesa186841@se.com::66d29c88-7e99-48b4-8fef-ed109a810191" providerId="AD" clId="Web-{BC67BFFB-69DF-B549-6099-D9655C37BF51}" dt="2026-08-11T07:02:17.437" v="76"/>
            <ac:spMkLst>
              <pc:docMk/>
              <pc:sldMasterMk cId="1200406021" sldId="2147483648"/>
              <pc:sldLayoutMk cId="4107775896" sldId="2147483652"/>
              <ac:spMk id="3" creationId="{20BC5142-08BA-63BF-B81D-CB37F66E115E}"/>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4107775896" sldId="2147483652"/>
              <ac:spMk id="4" creationId="{410A9C79-B747-27F3-FB9F-DBFCCF2EE9CB}"/>
            </ac:spMkLst>
          </pc:spChg>
        </pc:sldLayoutChg>
        <pc:sldLayoutChg chg="modSp">
          <pc:chgData name="Sandeep BHATTACHARJEE" userId="S::sesa186841@se.com::66d29c88-7e99-48b4-8fef-ed109a810191" providerId="AD" clId="Web-{BC67BFFB-69DF-B549-6099-D9655C37BF51}" dt="2026-08-11T07:02:17.437" v="76"/>
          <pc:sldLayoutMkLst>
            <pc:docMk/>
            <pc:sldMasterMk cId="1200406021" sldId="2147483648"/>
            <pc:sldLayoutMk cId="3082236096" sldId="2147483653"/>
          </pc:sldLayoutMkLst>
          <pc:spChg chg="mod">
            <ac:chgData name="Sandeep BHATTACHARJEE" userId="S::sesa186841@se.com::66d29c88-7e99-48b4-8fef-ed109a810191" providerId="AD" clId="Web-{BC67BFFB-69DF-B549-6099-D9655C37BF51}" dt="2026-08-11T07:02:17.437" v="76"/>
            <ac:spMkLst>
              <pc:docMk/>
              <pc:sldMasterMk cId="1200406021" sldId="2147483648"/>
              <pc:sldLayoutMk cId="3082236096" sldId="2147483653"/>
              <ac:spMk id="2" creationId="{627D3110-C3AF-2431-5604-EA12CE00DCDD}"/>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3082236096" sldId="2147483653"/>
              <ac:spMk id="3" creationId="{A6B221F7-AF76-8C50-C263-18A43E2A3357}"/>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3082236096" sldId="2147483653"/>
              <ac:spMk id="4" creationId="{AD0F45DD-795A-36E3-3C25-808165982D51}"/>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3082236096" sldId="2147483653"/>
              <ac:spMk id="5" creationId="{7A76216F-E763-0DDF-564F-B5C2DCF0DF20}"/>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3082236096" sldId="2147483653"/>
              <ac:spMk id="6" creationId="{81956857-6AA3-ADE0-3D10-0B3880D4E885}"/>
            </ac:spMkLst>
          </pc:spChg>
        </pc:sldLayoutChg>
        <pc:sldLayoutChg chg="modSp">
          <pc:chgData name="Sandeep BHATTACHARJEE" userId="S::sesa186841@se.com::66d29c88-7e99-48b4-8fef-ed109a810191" providerId="AD" clId="Web-{BC67BFFB-69DF-B549-6099-D9655C37BF51}" dt="2026-08-11T07:02:17.437" v="76"/>
          <pc:sldLayoutMkLst>
            <pc:docMk/>
            <pc:sldMasterMk cId="1200406021" sldId="2147483648"/>
            <pc:sldLayoutMk cId="2059568841" sldId="2147483656"/>
          </pc:sldLayoutMkLst>
          <pc:spChg chg="mod">
            <ac:chgData name="Sandeep BHATTACHARJEE" userId="S::sesa186841@se.com::66d29c88-7e99-48b4-8fef-ed109a810191" providerId="AD" clId="Web-{BC67BFFB-69DF-B549-6099-D9655C37BF51}" dt="2026-08-11T07:02:17.437" v="76"/>
            <ac:spMkLst>
              <pc:docMk/>
              <pc:sldMasterMk cId="1200406021" sldId="2147483648"/>
              <pc:sldLayoutMk cId="2059568841" sldId="2147483656"/>
              <ac:spMk id="2" creationId="{66493BB9-424D-9A10-E0B8-C6405CFB5A27}"/>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2059568841" sldId="2147483656"/>
              <ac:spMk id="3" creationId="{0492CDF0-E5D0-0485-5938-7EE0E3B48A94}"/>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2059568841" sldId="2147483656"/>
              <ac:spMk id="4" creationId="{C7029815-200C-B21C-3362-39474FBA090F}"/>
            </ac:spMkLst>
          </pc:spChg>
        </pc:sldLayoutChg>
        <pc:sldLayoutChg chg="modSp">
          <pc:chgData name="Sandeep BHATTACHARJEE" userId="S::sesa186841@se.com::66d29c88-7e99-48b4-8fef-ed109a810191" providerId="AD" clId="Web-{BC67BFFB-69DF-B549-6099-D9655C37BF51}" dt="2026-08-11T07:02:17.437" v="76"/>
          <pc:sldLayoutMkLst>
            <pc:docMk/>
            <pc:sldMasterMk cId="1200406021" sldId="2147483648"/>
            <pc:sldLayoutMk cId="1466188147" sldId="2147483657"/>
          </pc:sldLayoutMkLst>
          <pc:spChg chg="mod">
            <ac:chgData name="Sandeep BHATTACHARJEE" userId="S::sesa186841@se.com::66d29c88-7e99-48b4-8fef-ed109a810191" providerId="AD" clId="Web-{BC67BFFB-69DF-B549-6099-D9655C37BF51}" dt="2026-08-11T07:02:17.437" v="76"/>
            <ac:spMkLst>
              <pc:docMk/>
              <pc:sldMasterMk cId="1200406021" sldId="2147483648"/>
              <pc:sldLayoutMk cId="1466188147" sldId="2147483657"/>
              <ac:spMk id="2" creationId="{700FE5E3-3CAD-AA26-8D89-FF4A053201F2}"/>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1466188147" sldId="2147483657"/>
              <ac:spMk id="3" creationId="{2CE969DE-6145-E7F1-8CED-C511415C4E19}"/>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1466188147" sldId="2147483657"/>
              <ac:spMk id="4" creationId="{3E7717FA-EB75-2188-C6D0-13AF283C0283}"/>
            </ac:spMkLst>
          </pc:spChg>
        </pc:sldLayoutChg>
        <pc:sldLayoutChg chg="modSp">
          <pc:chgData name="Sandeep BHATTACHARJEE" userId="S::sesa186841@se.com::66d29c88-7e99-48b4-8fef-ed109a810191" providerId="AD" clId="Web-{BC67BFFB-69DF-B549-6099-D9655C37BF51}" dt="2026-08-11T07:02:17.437" v="76"/>
          <pc:sldLayoutMkLst>
            <pc:docMk/>
            <pc:sldMasterMk cId="1200406021" sldId="2147483648"/>
            <pc:sldLayoutMk cId="2941108104" sldId="2147483659"/>
          </pc:sldLayoutMkLst>
          <pc:spChg chg="mod">
            <ac:chgData name="Sandeep BHATTACHARJEE" userId="S::sesa186841@se.com::66d29c88-7e99-48b4-8fef-ed109a810191" providerId="AD" clId="Web-{BC67BFFB-69DF-B549-6099-D9655C37BF51}" dt="2026-08-11T07:02:17.437" v="76"/>
            <ac:spMkLst>
              <pc:docMk/>
              <pc:sldMasterMk cId="1200406021" sldId="2147483648"/>
              <pc:sldLayoutMk cId="2941108104" sldId="2147483659"/>
              <ac:spMk id="2" creationId="{60906075-D26F-06B0-2B97-5840A3EA01AA}"/>
            </ac:spMkLst>
          </pc:spChg>
          <pc:spChg chg="mod">
            <ac:chgData name="Sandeep BHATTACHARJEE" userId="S::sesa186841@se.com::66d29c88-7e99-48b4-8fef-ed109a810191" providerId="AD" clId="Web-{BC67BFFB-69DF-B549-6099-D9655C37BF51}" dt="2026-08-11T07:02:17.437" v="76"/>
            <ac:spMkLst>
              <pc:docMk/>
              <pc:sldMasterMk cId="1200406021" sldId="2147483648"/>
              <pc:sldLayoutMk cId="2941108104" sldId="2147483659"/>
              <ac:spMk id="3" creationId="{8171B553-5AA3-C086-9254-30B8E8DEB81F}"/>
            </ac:spMkLst>
          </pc:spChg>
        </pc:sldLayoutChg>
        <pc:sldLayoutChg chg="add">
          <pc:chgData name="Sandeep BHATTACHARJEE" userId="S::sesa186841@se.com::66d29c88-7e99-48b4-8fef-ed109a810191" providerId="AD" clId="Web-{BC67BFFB-69DF-B549-6099-D9655C37BF51}" dt="2026-08-11T06:44:25.566" v="4"/>
          <pc:sldLayoutMkLst>
            <pc:docMk/>
            <pc:sldMasterMk cId="1200406021" sldId="2147483648"/>
            <pc:sldLayoutMk cId="2185407072"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0088AA-2586-4863-85C4-2F0573218D64}" type="datetimeFigureOut">
              <a:rPr lang="en-IN" smtClean="0"/>
              <a:t>09-09-2026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AACCCB-CCFE-49EA-B494-D19CA622094A}" type="slidenum">
              <a:rPr lang="en-IN" smtClean="0"/>
              <a:t>‹#›</a:t>
            </a:fld>
            <a:endParaRPr lang="en-IN"/>
          </a:p>
        </p:txBody>
      </p:sp>
    </p:spTree>
    <p:extLst>
      <p:ext uri="{BB962C8B-B14F-4D97-AF65-F5344CB8AC3E}">
        <p14:creationId xmlns:p14="http://schemas.microsoft.com/office/powerpoint/2010/main" val="940123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10C2-9070-8EFE-F490-E896F4A2854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0D891214-3F60-C0C2-A4F7-70AB16AB438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AEFE10-673B-6B05-68CC-316C3459F697}"/>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5" name="Footer Placeholder 4">
            <a:extLst>
              <a:ext uri="{FF2B5EF4-FFF2-40B4-BE49-F238E27FC236}">
                <a16:creationId xmlns:a16="http://schemas.microsoft.com/office/drawing/2014/main" id="{BB4337CB-7F91-B191-C75B-BA8477A30C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5343A2-6330-93CE-6C56-64518A32FD4B}"/>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3868619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0C760-A3CD-6B4F-733A-69C297F616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FA793D-9730-37E9-6562-627E2397F6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283F79-0EE5-9F1B-F619-25273E01EF7F}"/>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5" name="Footer Placeholder 4">
            <a:extLst>
              <a:ext uri="{FF2B5EF4-FFF2-40B4-BE49-F238E27FC236}">
                <a16:creationId xmlns:a16="http://schemas.microsoft.com/office/drawing/2014/main" id="{B49A4766-E9F6-66BA-CA90-9C6B361F63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691EC8-E56C-39A9-9284-9AA775BF6D76}"/>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4172353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3168F-28C4-BAD0-9E10-DFB96FFC38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7F209A-6FE7-F9A4-A049-72A9978ABBBE}"/>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3101F5-5D48-9823-E8CE-FB6088785BE4}"/>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5" name="Footer Placeholder 4">
            <a:extLst>
              <a:ext uri="{FF2B5EF4-FFF2-40B4-BE49-F238E27FC236}">
                <a16:creationId xmlns:a16="http://schemas.microsoft.com/office/drawing/2014/main" id="{19FE3FDF-C16C-7157-4095-6777D7844E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B32079-484D-FFFE-7CAF-34808B1C0718}"/>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160193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021C4-4020-6BB5-1C5B-5568356E4E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BC5142-08BA-63BF-B81D-CB37F66E115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10A9C79-B747-27F3-FB9F-DBFCCF2EE9C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D80FAF-CBD4-54E3-4950-76EE7B737E34}"/>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6" name="Footer Placeholder 5">
            <a:extLst>
              <a:ext uri="{FF2B5EF4-FFF2-40B4-BE49-F238E27FC236}">
                <a16:creationId xmlns:a16="http://schemas.microsoft.com/office/drawing/2014/main" id="{F3AB69F1-02EF-56A9-4960-61EA616CA4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2C8993-B575-A1AC-FB36-D328E44777F8}"/>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4107775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D3110-C3AF-2431-5604-EA12CE00DCDD}"/>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221F7-AF76-8C50-C263-18A43E2A335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AD0F45DD-795A-36E3-3C25-808165982D5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76216F-E763-0DDF-564F-B5C2DCF0DF2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1956857-6AA3-ADE0-3D10-0B3880D4E885}"/>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4461799-787E-DF7E-3A73-29F8C7B63B02}"/>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8" name="Footer Placeholder 7">
            <a:extLst>
              <a:ext uri="{FF2B5EF4-FFF2-40B4-BE49-F238E27FC236}">
                <a16:creationId xmlns:a16="http://schemas.microsoft.com/office/drawing/2014/main" id="{DDB4694F-C96A-5EA4-AAF4-D9F2DB23E43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C6EB2DE-307C-3700-331A-39F4CC1E9203}"/>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3082236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73CA-E16E-C279-EFA7-C8F46E9568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DE730E-6312-D21C-2DE3-F0924D0EA985}"/>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4" name="Footer Placeholder 3">
            <a:extLst>
              <a:ext uri="{FF2B5EF4-FFF2-40B4-BE49-F238E27FC236}">
                <a16:creationId xmlns:a16="http://schemas.microsoft.com/office/drawing/2014/main" id="{2ADFECB0-9E61-7936-C485-C9D9A7BA420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916E48B-CE24-AFE2-E9AC-ED294FFCD12D}"/>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2221707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4F0EE9-1A41-8E9C-7470-7AE6C38A2B5E}"/>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3" name="Footer Placeholder 2">
            <a:extLst>
              <a:ext uri="{FF2B5EF4-FFF2-40B4-BE49-F238E27FC236}">
                <a16:creationId xmlns:a16="http://schemas.microsoft.com/office/drawing/2014/main" id="{8D17E0F4-DF43-32D8-3BF6-C9073FCEB3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2FC77C-F114-3ED9-6EA6-8919A729AFAA}"/>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2256800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93BB9-424D-9A10-E0B8-C6405CFB5A2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492CDF0-E5D0-0485-5938-7EE0E3B48A9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029815-200C-B21C-3362-39474FBA090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920CBF6-3496-7BD8-90BC-28E0C4107B03}"/>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6" name="Footer Placeholder 5">
            <a:extLst>
              <a:ext uri="{FF2B5EF4-FFF2-40B4-BE49-F238E27FC236}">
                <a16:creationId xmlns:a16="http://schemas.microsoft.com/office/drawing/2014/main" id="{6DB24EDF-A19F-1A2E-19A3-F360E865F5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896BE0-BF5D-EB6B-9201-2539D21EB410}"/>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2059568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FE5E3-3CAD-AA26-8D89-FF4A053201F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CE969DE-6145-E7F1-8CED-C511415C4E1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3E7717FA-EB75-2188-C6D0-13AF283C028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7E5FEA7-4046-0664-F51F-745256C3F00D}"/>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6" name="Footer Placeholder 5">
            <a:extLst>
              <a:ext uri="{FF2B5EF4-FFF2-40B4-BE49-F238E27FC236}">
                <a16:creationId xmlns:a16="http://schemas.microsoft.com/office/drawing/2014/main" id="{49AE2EB0-AD57-E496-F818-24997CC3B0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F5B178-DC52-A020-3BB0-F17064A46A8F}"/>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1466188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00D35-E359-A776-7D0F-46D864E866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FEED4B-DA64-DB4E-8207-DA187EF3E2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BEDC5D-5D9E-6D3A-16DD-3AD2D29B46F4}"/>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5" name="Footer Placeholder 4">
            <a:extLst>
              <a:ext uri="{FF2B5EF4-FFF2-40B4-BE49-F238E27FC236}">
                <a16:creationId xmlns:a16="http://schemas.microsoft.com/office/drawing/2014/main" id="{632B1112-63B9-D98A-33D1-3C322FF635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3A5847-3681-5ED1-6C10-1372C79CB915}"/>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3539601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906075-D26F-06B0-2B97-5840A3EA01AA}"/>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71B553-5AA3-C086-9254-30B8E8DEB81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99D4D8-B46D-46D5-A63C-A22E91CBB4C7}"/>
              </a:ext>
            </a:extLst>
          </p:cNvPr>
          <p:cNvSpPr>
            <a:spLocks noGrp="1"/>
          </p:cNvSpPr>
          <p:nvPr>
            <p:ph type="dt" sz="half" idx="10"/>
          </p:nvPr>
        </p:nvSpPr>
        <p:spPr/>
        <p:txBody>
          <a:bodyPr/>
          <a:lstStyle/>
          <a:p>
            <a:fld id="{8506C244-12EA-4994-9A8A-FBC7AE40B732}" type="datetimeFigureOut">
              <a:rPr lang="en-IN" smtClean="0"/>
              <a:t>09-09-2026</a:t>
            </a:fld>
            <a:endParaRPr lang="en-IN"/>
          </a:p>
        </p:txBody>
      </p:sp>
      <p:sp>
        <p:nvSpPr>
          <p:cNvPr id="5" name="Footer Placeholder 4">
            <a:extLst>
              <a:ext uri="{FF2B5EF4-FFF2-40B4-BE49-F238E27FC236}">
                <a16:creationId xmlns:a16="http://schemas.microsoft.com/office/drawing/2014/main" id="{8899C73A-AC2C-EA3A-5DD5-C5E5841BBB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6E25B0-75D2-FB1D-DC51-DFEEF1E6A228}"/>
              </a:ext>
            </a:extLst>
          </p:cNvPr>
          <p:cNvSpPr>
            <a:spLocks noGrp="1"/>
          </p:cNvSpPr>
          <p:nvPr>
            <p:ph type="sldNum" sz="quarter" idx="12"/>
          </p:nvPr>
        </p:nvSpPr>
        <p:spPr/>
        <p:txBody>
          <a:bodyPr/>
          <a:lstStyle/>
          <a:p>
            <a:fld id="{ACC3E4E2-F661-4C4E-A107-2D263E1526BD}" type="slidenum">
              <a:rPr lang="en-IN" smtClean="0"/>
              <a:t>‹#›</a:t>
            </a:fld>
            <a:endParaRPr lang="en-IN"/>
          </a:p>
        </p:txBody>
      </p:sp>
    </p:spTree>
    <p:extLst>
      <p:ext uri="{BB962C8B-B14F-4D97-AF65-F5344CB8AC3E}">
        <p14:creationId xmlns:p14="http://schemas.microsoft.com/office/powerpoint/2010/main" val="29411081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4070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4E5403-5794-9E41-6135-4CC673B22B5A}"/>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B6DBAB-8C32-E23B-71A1-EF4EB02C1B9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94D3EB-C12A-5C56-8851-BE000A7020C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8506C244-12EA-4994-9A8A-FBC7AE40B732}" type="datetimeFigureOut">
              <a:rPr lang="en-IN" smtClean="0"/>
              <a:t>09-09-2026</a:t>
            </a:fld>
            <a:endParaRPr lang="en-IN"/>
          </a:p>
        </p:txBody>
      </p:sp>
      <p:sp>
        <p:nvSpPr>
          <p:cNvPr id="5" name="Footer Placeholder 4">
            <a:extLst>
              <a:ext uri="{FF2B5EF4-FFF2-40B4-BE49-F238E27FC236}">
                <a16:creationId xmlns:a16="http://schemas.microsoft.com/office/drawing/2014/main" id="{55E59683-404B-651F-9975-6EBAFCE7780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9C82843-D74B-D35A-4A52-C17627A6B07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ACC3E4E2-F661-4C4E-A107-2D263E1526BD}" type="slidenum">
              <a:rPr lang="en-IN" smtClean="0"/>
              <a:t>‹#›</a:t>
            </a:fld>
            <a:endParaRPr lang="en-IN"/>
          </a:p>
        </p:txBody>
      </p:sp>
      <p:sp>
        <p:nvSpPr>
          <p:cNvPr id="8" name="TextBox 7">
            <a:extLst>
              <a:ext uri="{FF2B5EF4-FFF2-40B4-BE49-F238E27FC236}">
                <a16:creationId xmlns:a16="http://schemas.microsoft.com/office/drawing/2014/main" id="{1A44B588-F3F7-5665-F60E-188750601055}"/>
              </a:ext>
            </a:extLst>
          </p:cNvPr>
          <p:cNvSpPr txBox="1"/>
          <p:nvPr userDrawn="1">
            <p:extLst>
              <p:ext uri="{1162E1C5-73C7-4A58-AE30-91384D911F3F}">
                <p184:classification xmlns:p184="http://schemas.microsoft.com/office/powerpoint/2018/4/main" val="ftr"/>
              </p:ext>
            </p:extLst>
          </p:nvPr>
        </p:nvSpPr>
        <p:spPr>
          <a:xfrm>
            <a:off x="4474369" y="6703060"/>
            <a:ext cx="207169" cy="69250"/>
          </a:xfrm>
          <a:prstGeom prst="rect">
            <a:avLst/>
          </a:prstGeom>
        </p:spPr>
        <p:txBody>
          <a:bodyPr horzOverflow="overflow" wrap="square" lIns="0" tIns="0" rIns="0" bIns="0">
            <a:spAutoFit/>
          </a:bodyPr>
          <a:lstStyle/>
          <a:p>
            <a:pPr algn="l"/>
            <a:r>
              <a:rPr lang="en-IN" sz="45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1200406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 Id="rId5" Type="http://schemas.microsoft.com/office/2007/relationships/hdphoto" Target="../media/hdphoto2.wdp"/><Relationship Id="rId6" Type="http://schemas.openxmlformats.org/officeDocument/2006/relationships/image" Target="../media/image4.png"/><Relationship Id="rId7" Type="http://schemas.microsoft.com/office/2007/relationships/hdphoto" Target="../media/hdphoto3.wdp"/><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 Id="rId5" Type="http://schemas.microsoft.com/office/2007/relationships/hdphoto" Target="../media/hdphoto2.wdp"/><Relationship Id="rId6" Type="http://schemas.openxmlformats.org/officeDocument/2006/relationships/image" Target="../media/image4.png"/><Relationship Id="rId7" Type="http://schemas.microsoft.com/office/2007/relationships/hdphoto" Target="../media/hdphoto3.wdp"/><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0E02646-8215-F552-FA71-29215041CAD7}"/>
              </a:ext>
            </a:extLst>
          </p:cNvPr>
          <p:cNvSpPr/>
          <p:nvPr/>
        </p:nvSpPr>
        <p:spPr>
          <a:xfrm>
            <a:off x="1799147" y="2809601"/>
            <a:ext cx="404231" cy="4321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1E60E5-6513-038E-78A3-B2D6BA3B655E}"/>
              </a:ext>
            </a:extLst>
          </p:cNvPr>
          <p:cNvSpPr txBox="1"/>
          <p:nvPr/>
        </p:nvSpPr>
        <p:spPr>
          <a:xfrm>
            <a:off x="2317172" y="2805546"/>
            <a:ext cx="5964381"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latin typeface="Segoe UI"/>
                <a:ea typeface="Segoe UI"/>
                <a:cs typeface="Segoe UI"/>
              </a:rPr>
              <a:t>I agree to the Terms and Conditions.</a:t>
            </a:r>
            <a:r>
              <a:rPr lang="en-US">
                <a:latin typeface="Segoe UI"/>
                <a:ea typeface="Segoe UI"/>
                <a:cs typeface="Segoe UI"/>
              </a:rPr>
              <a:t> </a:t>
            </a:r>
            <a:endParaRPr lang="en-US"/>
          </a:p>
          <a:p>
            <a:r>
              <a:rPr lang="en-US" sz="1400">
                <a:latin typeface="Segoe UI"/>
                <a:ea typeface="Segoe UI"/>
                <a:cs typeface="Segoe UI"/>
              </a:rPr>
              <a:t>(Please Refer to the T&amp;C Document shared to SRM, before proceeding)</a:t>
            </a:r>
            <a:endParaRPr lang="en-US" sz="1400"/>
          </a:p>
          <a:p>
            <a:pPr algn="ctr"/>
            <a:endParaRPr lang="en-US"/>
          </a:p>
        </p:txBody>
      </p:sp>
      <p:pic>
        <p:nvPicPr>
          <p:cNvPr id="8" name="Graphic 7">
            <a:extLst>
              <a:ext uri="{FF2B5EF4-FFF2-40B4-BE49-F238E27FC236}">
                <a16:creationId xmlns:a16="http://schemas.microsoft.com/office/drawing/2014/main" id="{1C764DEC-D24A-47E1-8F32-3ACF9A534C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84228" y="0"/>
            <a:ext cx="259772" cy="207818"/>
          </a:xfrm>
          <a:prstGeom prst="rect">
            <a:avLst/>
          </a:prstGeom>
        </p:spPr>
      </p:pic>
    </p:spTree>
    <p:extLst>
      <p:ext uri="{BB962C8B-B14F-4D97-AF65-F5344CB8AC3E}">
        <p14:creationId xmlns:p14="http://schemas.microsoft.com/office/powerpoint/2010/main" val="2460186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812F502A-469F-420A-FEA8-59809BAED447}"/>
              </a:ext>
            </a:extLst>
          </p:cNvPr>
          <p:cNvGrpSpPr/>
          <p:nvPr/>
        </p:nvGrpSpPr>
        <p:grpSpPr>
          <a:xfrm>
            <a:off x="7205732" y="43484"/>
            <a:ext cx="2049666" cy="830588"/>
            <a:chOff x="50215" y="68745"/>
            <a:chExt cx="1930821" cy="830588"/>
          </a:xfrm>
        </p:grpSpPr>
        <p:sp>
          <p:nvSpPr>
            <p:cNvPr id="2" name="Rectangle: Rounded Corners 1">
              <a:extLst>
                <a:ext uri="{FF2B5EF4-FFF2-40B4-BE49-F238E27FC236}">
                  <a16:creationId xmlns:a16="http://schemas.microsoft.com/office/drawing/2014/main" id="{2B31AA46-694E-8E8F-A4DA-B012004DA0CB}"/>
                </a:ext>
              </a:extLst>
            </p:cNvPr>
            <p:cNvSpPr/>
            <p:nvPr/>
          </p:nvSpPr>
          <p:spPr>
            <a:xfrm>
              <a:off x="50215" y="94592"/>
              <a:ext cx="1759640" cy="804741"/>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ED586117-B9E5-6A74-602A-66CA162E6F5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7146" y="99523"/>
              <a:ext cx="227906" cy="231642"/>
            </a:xfrm>
            <a:prstGeom prst="rect">
              <a:avLst/>
            </a:prstGeom>
          </p:spPr>
        </p:pic>
        <p:sp>
          <p:nvSpPr>
            <p:cNvPr id="9" name="TextBox 8">
              <a:extLst>
                <a:ext uri="{FF2B5EF4-FFF2-40B4-BE49-F238E27FC236}">
                  <a16:creationId xmlns:a16="http://schemas.microsoft.com/office/drawing/2014/main" id="{EB471031-2EB4-7F94-D4F7-9B3EABD8F7BF}"/>
                </a:ext>
              </a:extLst>
            </p:cNvPr>
            <p:cNvSpPr txBox="1"/>
            <p:nvPr/>
          </p:nvSpPr>
          <p:spPr>
            <a:xfrm>
              <a:off x="213419" y="68745"/>
              <a:ext cx="1767617" cy="253916"/>
            </a:xfrm>
            <a:prstGeom prst="rect">
              <a:avLst/>
            </a:prstGeom>
            <a:noFill/>
          </p:spPr>
          <p:txBody>
            <a:bodyPr wrap="square" rtlCol="0">
              <a:spAutoFit/>
            </a:bodyPr>
            <a:lstStyle/>
            <a:p>
              <a:r>
                <a:rPr lang="en-US" sz="1050" b="1">
                  <a:solidFill>
                    <a:schemeClr val="accent6"/>
                  </a:solidFill>
                  <a:latin typeface="Abadi" panose="020B0604020104020204" pitchFamily="34" charset="0"/>
                </a:rPr>
                <a:t>TEAM NAME &amp; MEMBERS</a:t>
              </a:r>
              <a:endParaRPr lang="en-IN" sz="1050" b="1">
                <a:solidFill>
                  <a:schemeClr val="accent6"/>
                </a:solidFill>
                <a:latin typeface="Abadi" panose="020B0604020104020204" pitchFamily="34" charset="0"/>
              </a:endParaRPr>
            </a:p>
          </p:txBody>
        </p:sp>
      </p:grpSp>
      <p:grpSp>
        <p:nvGrpSpPr>
          <p:cNvPr id="30" name="Group 29">
            <a:extLst>
              <a:ext uri="{FF2B5EF4-FFF2-40B4-BE49-F238E27FC236}">
                <a16:creationId xmlns:a16="http://schemas.microsoft.com/office/drawing/2014/main" id="{B0BAE115-03A0-9BF8-BC6E-78E206690FDA}"/>
              </a:ext>
            </a:extLst>
          </p:cNvPr>
          <p:cNvGrpSpPr/>
          <p:nvPr/>
        </p:nvGrpSpPr>
        <p:grpSpPr>
          <a:xfrm>
            <a:off x="60266" y="918411"/>
            <a:ext cx="9023468" cy="3687453"/>
            <a:chOff x="5662294" y="86854"/>
            <a:chExt cx="3419856" cy="796016"/>
          </a:xfrm>
        </p:grpSpPr>
        <p:sp>
          <p:nvSpPr>
            <p:cNvPr id="31" name="Rectangle: Top Corners Rounded 30">
              <a:extLst>
                <a:ext uri="{FF2B5EF4-FFF2-40B4-BE49-F238E27FC236}">
                  <a16:creationId xmlns:a16="http://schemas.microsoft.com/office/drawing/2014/main" id="{E203BD9E-8DF0-728C-5575-1E97F3F49222}"/>
                </a:ext>
              </a:extLst>
            </p:cNvPr>
            <p:cNvSpPr/>
            <p:nvPr/>
          </p:nvSpPr>
          <p:spPr>
            <a:xfrm>
              <a:off x="5662294" y="86854"/>
              <a:ext cx="3419856" cy="77906"/>
            </a:xfrm>
            <a:prstGeom prst="round2SameRect">
              <a:avLst>
                <a:gd name="adj1" fmla="val 35015"/>
                <a:gd name="adj2" fmla="val 0"/>
              </a:avLst>
            </a:prstGeom>
            <a:solidFill>
              <a:srgbClr val="00B050"/>
            </a:solidFill>
            <a:ln w="6350">
              <a:solidFill>
                <a:srgbClr val="00B050"/>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r>
                <a:rPr lang="fr-FR" sz="1200" b="1"/>
                <a:t>       PROPOSED SOLUTION</a:t>
              </a:r>
              <a:endParaRPr lang="en-US" sz="1200" i="1"/>
            </a:p>
          </p:txBody>
        </p:sp>
        <p:sp>
          <p:nvSpPr>
            <p:cNvPr id="32" name="Rectangle: Top Corners Rounded 31">
              <a:extLst>
                <a:ext uri="{FF2B5EF4-FFF2-40B4-BE49-F238E27FC236}">
                  <a16:creationId xmlns:a16="http://schemas.microsoft.com/office/drawing/2014/main" id="{2FC0D952-A783-290E-0A92-894EBAD3662F}"/>
                </a:ext>
              </a:extLst>
            </p:cNvPr>
            <p:cNvSpPr/>
            <p:nvPr/>
          </p:nvSpPr>
          <p:spPr>
            <a:xfrm>
              <a:off x="5667756" y="166588"/>
              <a:ext cx="3410584" cy="716282"/>
            </a:xfrm>
            <a:prstGeom prst="round2SameRect">
              <a:avLst>
                <a:gd name="adj1" fmla="val 0"/>
                <a:gd name="adj2" fmla="val 6605"/>
              </a:avLst>
            </a:prstGeom>
            <a:noFill/>
            <a:ln w="1905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endParaRPr lang="en-US" sz="713">
                <a:solidFill>
                  <a:schemeClr val="tx1">
                    <a:lumMod val="65000"/>
                    <a:lumOff val="35000"/>
                  </a:schemeClr>
                </a:solidFill>
                <a:latin typeface="Abadi" panose="020B0604020104020204" pitchFamily="34" charset="0"/>
              </a:endParaRPr>
            </a:p>
          </p:txBody>
        </p:sp>
      </p:grpSp>
      <p:pic>
        <p:nvPicPr>
          <p:cNvPr id="35" name="Picture 34">
            <a:extLst>
              <a:ext uri="{FF2B5EF4-FFF2-40B4-BE49-F238E27FC236}">
                <a16:creationId xmlns:a16="http://schemas.microsoft.com/office/drawing/2014/main" id="{26DD8539-43FB-3C87-1BF7-BA3A279ADAF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47297" y="936822"/>
            <a:ext cx="356640" cy="321845"/>
          </a:xfrm>
          <a:prstGeom prst="rect">
            <a:avLst/>
          </a:prstGeom>
        </p:spPr>
      </p:pic>
      <p:grpSp>
        <p:nvGrpSpPr>
          <p:cNvPr id="36" name="Group 35">
            <a:extLst>
              <a:ext uri="{FF2B5EF4-FFF2-40B4-BE49-F238E27FC236}">
                <a16:creationId xmlns:a16="http://schemas.microsoft.com/office/drawing/2014/main" id="{1D47AB9B-14A9-5743-F132-31D5ADFFD434}"/>
              </a:ext>
            </a:extLst>
          </p:cNvPr>
          <p:cNvGrpSpPr/>
          <p:nvPr/>
        </p:nvGrpSpPr>
        <p:grpSpPr>
          <a:xfrm>
            <a:off x="55764" y="4639729"/>
            <a:ext cx="6328103" cy="2123677"/>
            <a:chOff x="5662294" y="88682"/>
            <a:chExt cx="3419856" cy="794188"/>
          </a:xfrm>
        </p:grpSpPr>
        <p:sp>
          <p:nvSpPr>
            <p:cNvPr id="37" name="Rectangle: Top Corners Rounded 36">
              <a:extLst>
                <a:ext uri="{FF2B5EF4-FFF2-40B4-BE49-F238E27FC236}">
                  <a16:creationId xmlns:a16="http://schemas.microsoft.com/office/drawing/2014/main" id="{C9C1F155-9087-0047-FAC1-7A4D7890B79C}"/>
                </a:ext>
              </a:extLst>
            </p:cNvPr>
            <p:cNvSpPr/>
            <p:nvPr/>
          </p:nvSpPr>
          <p:spPr>
            <a:xfrm>
              <a:off x="5662294" y="88682"/>
              <a:ext cx="3419856" cy="131508"/>
            </a:xfrm>
            <a:prstGeom prst="round2SameRect">
              <a:avLst>
                <a:gd name="adj1" fmla="val 35015"/>
                <a:gd name="adj2" fmla="val 0"/>
              </a:avLst>
            </a:prstGeom>
            <a:solidFill>
              <a:srgbClr val="00B050"/>
            </a:solidFill>
            <a:ln w="6350">
              <a:solidFill>
                <a:srgbClr val="00B050"/>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r>
                <a:rPr lang="fr-FR" sz="1200" b="1">
                  <a:latin typeface="Abadi" panose="020B0604020104020204" pitchFamily="34" charset="0"/>
                </a:rPr>
                <a:t>     WHY THIS SOLUTION</a:t>
              </a:r>
              <a:endParaRPr lang="en-US" sz="1200" i="1">
                <a:latin typeface="Abadi" panose="020B0604020104020204" pitchFamily="34" charset="0"/>
              </a:endParaRPr>
            </a:p>
          </p:txBody>
        </p:sp>
        <p:sp>
          <p:nvSpPr>
            <p:cNvPr id="38" name="Rectangle: Top Corners Rounded 37">
              <a:extLst>
                <a:ext uri="{FF2B5EF4-FFF2-40B4-BE49-F238E27FC236}">
                  <a16:creationId xmlns:a16="http://schemas.microsoft.com/office/drawing/2014/main" id="{0C2087CC-193E-5DB2-525C-5FF36F7B665F}"/>
                </a:ext>
              </a:extLst>
            </p:cNvPr>
            <p:cNvSpPr/>
            <p:nvPr/>
          </p:nvSpPr>
          <p:spPr>
            <a:xfrm>
              <a:off x="5667756" y="220190"/>
              <a:ext cx="3410584" cy="662680"/>
            </a:xfrm>
            <a:prstGeom prst="round2SameRect">
              <a:avLst>
                <a:gd name="adj1" fmla="val 0"/>
                <a:gd name="adj2" fmla="val 6605"/>
              </a:avLst>
            </a:prstGeom>
            <a:noFill/>
            <a:ln w="1905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endParaRPr lang="en-US" sz="713">
                <a:solidFill>
                  <a:schemeClr val="tx1">
                    <a:lumMod val="65000"/>
                    <a:lumOff val="35000"/>
                  </a:schemeClr>
                </a:solidFill>
                <a:latin typeface="Abadi" panose="020B0604020104020204" pitchFamily="34" charset="0"/>
              </a:endParaRPr>
            </a:p>
          </p:txBody>
        </p:sp>
      </p:grpSp>
      <p:pic>
        <p:nvPicPr>
          <p:cNvPr id="40" name="Picture 39">
            <a:extLst>
              <a:ext uri="{FF2B5EF4-FFF2-40B4-BE49-F238E27FC236}">
                <a16:creationId xmlns:a16="http://schemas.microsoft.com/office/drawing/2014/main" id="{442B843A-04FB-D0CE-A062-63870378E10D}"/>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54741" y="4639729"/>
            <a:ext cx="351655" cy="351655"/>
          </a:xfrm>
          <a:prstGeom prst="rect">
            <a:avLst/>
          </a:prstGeom>
        </p:spPr>
      </p:pic>
      <p:grpSp>
        <p:nvGrpSpPr>
          <p:cNvPr id="41" name="Group 40">
            <a:extLst>
              <a:ext uri="{FF2B5EF4-FFF2-40B4-BE49-F238E27FC236}">
                <a16:creationId xmlns:a16="http://schemas.microsoft.com/office/drawing/2014/main" id="{9FC22BA9-0ED4-C4B4-0183-BABBFD176731}"/>
              </a:ext>
            </a:extLst>
          </p:cNvPr>
          <p:cNvGrpSpPr/>
          <p:nvPr/>
        </p:nvGrpSpPr>
        <p:grpSpPr>
          <a:xfrm>
            <a:off x="6435448" y="4646546"/>
            <a:ext cx="2646702" cy="2116860"/>
            <a:chOff x="84083" y="94593"/>
            <a:chExt cx="1744717" cy="788276"/>
          </a:xfrm>
        </p:grpSpPr>
        <p:sp>
          <p:nvSpPr>
            <p:cNvPr id="42" name="Rectangle: Rounded Corners 41">
              <a:extLst>
                <a:ext uri="{FF2B5EF4-FFF2-40B4-BE49-F238E27FC236}">
                  <a16:creationId xmlns:a16="http://schemas.microsoft.com/office/drawing/2014/main" id="{16AAC256-C22C-60EF-FC16-4CB8CA941762}"/>
                </a:ext>
              </a:extLst>
            </p:cNvPr>
            <p:cNvSpPr/>
            <p:nvPr/>
          </p:nvSpPr>
          <p:spPr>
            <a:xfrm>
              <a:off x="84083" y="94593"/>
              <a:ext cx="1744717" cy="788276"/>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F083A9BC-120F-0BE1-1C2B-EBCC2F46B2F9}"/>
                </a:ext>
              </a:extLst>
            </p:cNvPr>
            <p:cNvSpPr txBox="1"/>
            <p:nvPr/>
          </p:nvSpPr>
          <p:spPr>
            <a:xfrm>
              <a:off x="291463" y="111937"/>
              <a:ext cx="1265559" cy="107135"/>
            </a:xfrm>
            <a:prstGeom prst="rect">
              <a:avLst/>
            </a:prstGeom>
            <a:noFill/>
          </p:spPr>
          <p:txBody>
            <a:bodyPr wrap="square" rtlCol="0">
              <a:spAutoFit/>
            </a:bodyPr>
            <a:lstStyle/>
            <a:p>
              <a:r>
                <a:rPr lang="en-US" sz="1200" b="1">
                  <a:solidFill>
                    <a:schemeClr val="accent6"/>
                  </a:solidFill>
                  <a:latin typeface="Abadi" panose="020B0604020104020204" pitchFamily="34" charset="0"/>
                </a:rPr>
                <a:t> TECHNOLOGY &amp; TOOLS</a:t>
              </a:r>
              <a:endParaRPr lang="en-IN" sz="1200" b="1">
                <a:solidFill>
                  <a:schemeClr val="accent6"/>
                </a:solidFill>
                <a:latin typeface="Abadi" panose="020B0604020104020204" pitchFamily="34" charset="0"/>
              </a:endParaRPr>
            </a:p>
          </p:txBody>
        </p:sp>
      </p:grpSp>
      <p:pic>
        <p:nvPicPr>
          <p:cNvPr id="50" name="Picture 49">
            <a:extLst>
              <a:ext uri="{FF2B5EF4-FFF2-40B4-BE49-F238E27FC236}">
                <a16:creationId xmlns:a16="http://schemas.microsoft.com/office/drawing/2014/main" id="{23D096DA-FD29-7EF1-6601-5036E871EB22}"/>
              </a:ext>
            </a:extLst>
          </p:cNvPr>
          <p:cNvPicPr>
            <a:picLocks noChangeAspect="1"/>
          </p:cNvPicPr>
          <p:nvPr/>
        </p:nvPicPr>
        <p:blipFill>
          <a:blip r:embed="rId8"/>
          <a:stretch>
            <a:fillRect/>
          </a:stretch>
        </p:blipFill>
        <p:spPr>
          <a:xfrm>
            <a:off x="6592672" y="4733141"/>
            <a:ext cx="247685" cy="247685"/>
          </a:xfrm>
          <a:prstGeom prst="rect">
            <a:avLst/>
          </a:prstGeom>
        </p:spPr>
      </p:pic>
      <p:grpSp>
        <p:nvGrpSpPr>
          <p:cNvPr id="25" name="Group 24">
            <a:extLst>
              <a:ext uri="{FF2B5EF4-FFF2-40B4-BE49-F238E27FC236}">
                <a16:creationId xmlns:a16="http://schemas.microsoft.com/office/drawing/2014/main" id="{058EDA6A-4FAB-E9C4-880A-6CCFC220BE04}"/>
              </a:ext>
            </a:extLst>
          </p:cNvPr>
          <p:cNvGrpSpPr/>
          <p:nvPr/>
        </p:nvGrpSpPr>
        <p:grpSpPr>
          <a:xfrm>
            <a:off x="3674916" y="85015"/>
            <a:ext cx="3485438" cy="788276"/>
            <a:chOff x="74678" y="88424"/>
            <a:chExt cx="3476589" cy="788276"/>
          </a:xfrm>
        </p:grpSpPr>
        <p:sp>
          <p:nvSpPr>
            <p:cNvPr id="19" name="TextBox 18">
              <a:extLst>
                <a:ext uri="{FF2B5EF4-FFF2-40B4-BE49-F238E27FC236}">
                  <a16:creationId xmlns:a16="http://schemas.microsoft.com/office/drawing/2014/main" id="{3EFF9208-4FD3-133D-D130-C0383C62CA68}"/>
                </a:ext>
              </a:extLst>
            </p:cNvPr>
            <p:cNvSpPr txBox="1"/>
            <p:nvPr/>
          </p:nvSpPr>
          <p:spPr>
            <a:xfrm>
              <a:off x="432252" y="89677"/>
              <a:ext cx="1328814" cy="276999"/>
            </a:xfrm>
            <a:prstGeom prst="rect">
              <a:avLst/>
            </a:prstGeom>
            <a:noFill/>
          </p:spPr>
          <p:txBody>
            <a:bodyPr wrap="square" rtlCol="0">
              <a:spAutoFit/>
            </a:bodyPr>
            <a:lstStyle/>
            <a:p>
              <a:r>
                <a:rPr lang="en-US" sz="1200" b="1">
                  <a:solidFill>
                    <a:schemeClr val="accent6"/>
                  </a:solidFill>
                  <a:latin typeface="Abadi" panose="020B0604020104020204" pitchFamily="34" charset="0"/>
                </a:rPr>
                <a:t>TITLE</a:t>
              </a:r>
              <a:endParaRPr lang="en-IN" sz="1200" b="1">
                <a:solidFill>
                  <a:schemeClr val="accent6"/>
                </a:solidFill>
                <a:latin typeface="Abadi" panose="020B0604020104020204" pitchFamily="34" charset="0"/>
              </a:endParaRPr>
            </a:p>
          </p:txBody>
        </p:sp>
        <p:sp>
          <p:nvSpPr>
            <p:cNvPr id="4" name="Rectangle: Rounded Corners 3">
              <a:extLst>
                <a:ext uri="{FF2B5EF4-FFF2-40B4-BE49-F238E27FC236}">
                  <a16:creationId xmlns:a16="http://schemas.microsoft.com/office/drawing/2014/main" id="{5E07446B-D1B8-2A60-7F4D-A700B3AF7C03}"/>
                </a:ext>
              </a:extLst>
            </p:cNvPr>
            <p:cNvSpPr/>
            <p:nvPr/>
          </p:nvSpPr>
          <p:spPr>
            <a:xfrm>
              <a:off x="74678" y="88424"/>
              <a:ext cx="3476589" cy="788276"/>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8" name="Picture 47">
              <a:extLst>
                <a:ext uri="{FF2B5EF4-FFF2-40B4-BE49-F238E27FC236}">
                  <a16:creationId xmlns:a16="http://schemas.microsoft.com/office/drawing/2014/main" id="{D7CB44A4-D13B-C749-9515-318827B81EBD}"/>
                </a:ext>
              </a:extLst>
            </p:cNvPr>
            <p:cNvPicPr>
              <a:picLocks noChangeAspect="1"/>
            </p:cNvPicPr>
            <p:nvPr/>
          </p:nvPicPr>
          <p:blipFill>
            <a:blip r:embed="rId9"/>
            <a:stretch>
              <a:fillRect/>
            </a:stretch>
          </p:blipFill>
          <p:spPr>
            <a:xfrm>
              <a:off x="188805" y="128160"/>
              <a:ext cx="268846" cy="287176"/>
            </a:xfrm>
            <a:prstGeom prst="rect">
              <a:avLst/>
            </a:prstGeom>
          </p:spPr>
        </p:pic>
        <p:sp>
          <p:nvSpPr>
            <p:cNvPr id="11" name="TextBox 10">
              <a:extLst>
                <a:ext uri="{FF2B5EF4-FFF2-40B4-BE49-F238E27FC236}">
                  <a16:creationId xmlns:a16="http://schemas.microsoft.com/office/drawing/2014/main" id="{310EDC49-4B22-99B8-68DE-D8A61BB82AB2}"/>
                </a:ext>
              </a:extLst>
            </p:cNvPr>
            <p:cNvSpPr txBox="1"/>
            <p:nvPr/>
          </p:nvSpPr>
          <p:spPr>
            <a:xfrm>
              <a:off x="131741" y="336453"/>
              <a:ext cx="3362462" cy="369332"/>
            </a:xfrm>
            <a:prstGeom prst="rect">
              <a:avLst/>
            </a:prstGeom>
            <a:noFill/>
          </p:spPr>
          <p:txBody>
            <a:bodyPr wrap="square" rtlCol="0">
              <a:spAutoFit/>
            </a:bodyPr>
            <a:lstStyle/>
            <a:p>
              <a:pPr>
                <a:spcAft>
                  <a:spcPts val="600"/>
                </a:spcAft>
              </a:pPr>
              <a:r>
                <a:rPr sz="1300" b="1">
                  <a:solidFill>
                    <a:srgbClr val="0F7B3E"/>
                  </a:solidFill>
                  <a:latin typeface="Abadi Extra Light"/>
                </a:rPr>
                <a:t>HMI Copilot — AI-Powered HMI Project Generator</a:t>
              </a:r>
              <a:endParaRPr lang="en-IN" i="1">
                <a:solidFill>
                  <a:schemeClr val="bg2">
                    <a:lumMod val="75000"/>
                  </a:schemeClr>
                </a:solidFill>
                <a:latin typeface="Abadi ExtraLight" panose="020B0204020104020204" pitchFamily="34" charset="0"/>
              </a:endParaRPr>
            </a:p>
          </p:txBody>
        </p:sp>
      </p:grpSp>
      <p:grpSp>
        <p:nvGrpSpPr>
          <p:cNvPr id="24" name="Group 23">
            <a:extLst>
              <a:ext uri="{FF2B5EF4-FFF2-40B4-BE49-F238E27FC236}">
                <a16:creationId xmlns:a16="http://schemas.microsoft.com/office/drawing/2014/main" id="{20E15E61-36A7-EC78-77D0-BFA4C9BD9592}"/>
              </a:ext>
            </a:extLst>
          </p:cNvPr>
          <p:cNvGrpSpPr/>
          <p:nvPr/>
        </p:nvGrpSpPr>
        <p:grpSpPr>
          <a:xfrm>
            <a:off x="55764" y="71897"/>
            <a:ext cx="3581556" cy="804741"/>
            <a:chOff x="1532828" y="3009367"/>
            <a:chExt cx="3581556" cy="804741"/>
          </a:xfrm>
        </p:grpSpPr>
        <p:sp>
          <p:nvSpPr>
            <p:cNvPr id="12" name="TextBox 11">
              <a:extLst>
                <a:ext uri="{FF2B5EF4-FFF2-40B4-BE49-F238E27FC236}">
                  <a16:creationId xmlns:a16="http://schemas.microsoft.com/office/drawing/2014/main" id="{5860A6DD-8F0C-69CA-6A21-34B2C7638825}"/>
                </a:ext>
              </a:extLst>
            </p:cNvPr>
            <p:cNvSpPr txBox="1"/>
            <p:nvPr/>
          </p:nvSpPr>
          <p:spPr>
            <a:xfrm>
              <a:off x="1708796" y="3265518"/>
              <a:ext cx="3156935" cy="369332"/>
            </a:xfrm>
            <a:prstGeom prst="rect">
              <a:avLst/>
            </a:prstGeom>
            <a:noFill/>
          </p:spPr>
          <p:txBody>
            <a:bodyPr wrap="square" rtlCol="0">
              <a:spAutoFit/>
            </a:bodyPr>
            <a:lstStyle/>
            <a:p>
              <a:pPr>
                <a:spcAft>
                  <a:spcPts val="0"/>
                </a:spcAft>
              </a:pPr>
              <a:r>
                <a:rPr sz="850" b="0">
                  <a:solidFill>
                    <a:srgbClr val="242C36"/>
                  </a:solidFill>
                  <a:latin typeface="Abadi Extra Light"/>
                </a:rPr>
                <a:t>HMI development is manual and expert-dependent. Engineers design screens, map hundreds of PLC tags and configure alarms by hand — causing errors, inconsistent HMIs and delays in commissioning.</a:t>
              </a:r>
              <a:endParaRPr lang="en-IN" i="1">
                <a:solidFill>
                  <a:schemeClr val="bg2">
                    <a:lumMod val="75000"/>
                  </a:schemeClr>
                </a:solidFill>
                <a:latin typeface="Abadi ExtraLight" panose="020B0204020104020204" pitchFamily="34" charset="0"/>
              </a:endParaRPr>
            </a:p>
          </p:txBody>
        </p:sp>
        <p:grpSp>
          <p:nvGrpSpPr>
            <p:cNvPr id="29" name="Group 28">
              <a:extLst>
                <a:ext uri="{FF2B5EF4-FFF2-40B4-BE49-F238E27FC236}">
                  <a16:creationId xmlns:a16="http://schemas.microsoft.com/office/drawing/2014/main" id="{0277E45B-693D-3748-80FF-2B8C7F88AEC6}"/>
                </a:ext>
              </a:extLst>
            </p:cNvPr>
            <p:cNvGrpSpPr/>
            <p:nvPr/>
          </p:nvGrpSpPr>
          <p:grpSpPr>
            <a:xfrm>
              <a:off x="1532828" y="3009367"/>
              <a:ext cx="3581556" cy="804741"/>
              <a:chOff x="5662294" y="88682"/>
              <a:chExt cx="3419856" cy="794188"/>
            </a:xfrm>
          </p:grpSpPr>
          <p:sp>
            <p:nvSpPr>
              <p:cNvPr id="23" name="Rectangle: Top Corners Rounded 22">
                <a:extLst>
                  <a:ext uri="{FF2B5EF4-FFF2-40B4-BE49-F238E27FC236}">
                    <a16:creationId xmlns:a16="http://schemas.microsoft.com/office/drawing/2014/main" id="{BF4EAFBB-D382-E074-777B-ECD28280FAE6}"/>
                  </a:ext>
                </a:extLst>
              </p:cNvPr>
              <p:cNvSpPr/>
              <p:nvPr/>
            </p:nvSpPr>
            <p:spPr>
              <a:xfrm>
                <a:off x="5662294" y="88682"/>
                <a:ext cx="3419856" cy="199185"/>
              </a:xfrm>
              <a:prstGeom prst="round2SameRect">
                <a:avLst>
                  <a:gd name="adj1" fmla="val 35015"/>
                  <a:gd name="adj2" fmla="val 0"/>
                </a:avLst>
              </a:prstGeom>
              <a:solidFill>
                <a:srgbClr val="00B050"/>
              </a:solidFill>
              <a:ln w="6350">
                <a:solidFill>
                  <a:srgbClr val="00B050"/>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r>
                  <a:rPr lang="fr-FR" sz="1200" b="1">
                    <a:latin typeface="Abadi" panose="020B0604020104020204" pitchFamily="34" charset="0"/>
                  </a:rPr>
                  <a:t>PROBLEM STATEMENT</a:t>
                </a:r>
                <a:endParaRPr lang="en-US" sz="1200" i="1">
                  <a:latin typeface="Abadi" panose="020B0604020104020204" pitchFamily="34" charset="0"/>
                </a:endParaRPr>
              </a:p>
            </p:txBody>
          </p:sp>
          <p:sp>
            <p:nvSpPr>
              <p:cNvPr id="28" name="Rectangle: Top Corners Rounded 27">
                <a:extLst>
                  <a:ext uri="{FF2B5EF4-FFF2-40B4-BE49-F238E27FC236}">
                    <a16:creationId xmlns:a16="http://schemas.microsoft.com/office/drawing/2014/main" id="{8E3AF0F1-EA84-1103-480C-9A443B912195}"/>
                  </a:ext>
                </a:extLst>
              </p:cNvPr>
              <p:cNvSpPr/>
              <p:nvPr/>
            </p:nvSpPr>
            <p:spPr>
              <a:xfrm>
                <a:off x="5670966" y="295032"/>
                <a:ext cx="3402717" cy="587838"/>
              </a:xfrm>
              <a:prstGeom prst="round2SameRect">
                <a:avLst>
                  <a:gd name="adj1" fmla="val 0"/>
                  <a:gd name="adj2" fmla="val 6605"/>
                </a:avLst>
              </a:prstGeom>
              <a:noFill/>
              <a:ln w="1905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endParaRPr lang="en-US" sz="713">
                  <a:solidFill>
                    <a:schemeClr val="tx1">
                      <a:lumMod val="65000"/>
                      <a:lumOff val="35000"/>
                    </a:schemeClr>
                  </a:solidFill>
                  <a:latin typeface="Abadi" panose="020B0604020104020204" pitchFamily="34" charset="0"/>
                </a:endParaRPr>
              </a:p>
            </p:txBody>
          </p:sp>
        </p:grpSp>
      </p:grpSp>
      <p:sp>
        <p:nvSpPr>
          <p:cNvPr id="14" name="TextBox 13">
            <a:extLst>
              <a:ext uri="{FF2B5EF4-FFF2-40B4-BE49-F238E27FC236}">
                <a16:creationId xmlns:a16="http://schemas.microsoft.com/office/drawing/2014/main" id="{65944B32-8FBE-641A-0045-372EB775E31C}"/>
              </a:ext>
            </a:extLst>
          </p:cNvPr>
          <p:cNvSpPr txBox="1"/>
          <p:nvPr/>
        </p:nvSpPr>
        <p:spPr>
          <a:xfrm>
            <a:off x="411480" y="1481328"/>
            <a:ext cx="4160520" cy="2926080"/>
          </a:xfrm>
          <a:prstGeom prst="rect">
            <a:avLst/>
          </a:prstGeom>
          <a:noFill/>
        </p:spPr>
        <p:txBody>
          <a:bodyPr wrap="square" rtlCol="0">
            <a:spAutoFit/>
          </a:bodyPr>
          <a:lstStyle/>
          <a:p>
            <a:pPr>
              <a:spcAft>
                <a:spcPts val="700"/>
              </a:spcAft>
            </a:pPr>
            <a:r>
              <a:rPr sz="1100" b="1">
                <a:solidFill>
                  <a:srgbClr val="0F7B3E"/>
                </a:solidFill>
                <a:latin typeface="Abadi Extra Light"/>
              </a:rPr>
              <a:t>HMI Copilot converts a PLC tag list and natural-language requirements into a complete, validated EcoStruxure Operator Terminal Expert project.</a:t>
            </a:r>
            <a:endParaRPr lang="en-IN" i="1">
              <a:solidFill>
                <a:schemeClr val="bg2">
                  <a:lumMod val="75000"/>
                </a:schemeClr>
              </a:solidFill>
              <a:latin typeface="Abadi ExtraLight" panose="020B0204020104020204" pitchFamily="34" charset="0"/>
            </a:endParaRPr>
          </a:p>
          <a:p>
            <a:pPr>
              <a:spcAft>
                <a:spcPts val="700"/>
              </a:spcAft>
            </a:pPr>
            <a:r>
              <a:rPr sz="1100" b="0">
                <a:solidFill>
                  <a:srgbClr val="242C36"/>
                </a:solidFill>
                <a:latin typeface="Abadi Extra Light"/>
              </a:rPr>
              <a:t>Engineers provide a PLC tag export, plain-English requirements and their company HMI standards. The Copilot parses the tags, infers the equipment, selects the right components, lays out the screens, generates the alarms and bindings, validates everything, and exports a native .eote project.</a:t>
            </a:r>
          </a:p>
          <a:p>
            <a:pPr>
              <a:spcAft>
                <a:spcPts val="700"/>
              </a:spcAft>
            </a:pPr>
            <a:r>
              <a:rPr sz="1100" b="0">
                <a:solidFill>
                  <a:srgbClr val="242C36"/>
                </a:solidFill>
                <a:latin typeface="Abadi Extra Light"/>
              </a:rPr>
              <a:t>Human-in-the-loop: engineers inspect, edit, redirect and approve every generated element before export.</a:t>
            </a:r>
          </a:p>
          <a:p>
            <a:pPr>
              <a:spcAft>
                <a:spcPts val="700"/>
              </a:spcAft>
            </a:pPr>
            <a:r>
              <a:rPr sz="1100" b="0">
                <a:solidFill>
                  <a:srgbClr val="242C36"/>
                </a:solidFill>
                <a:latin typeface="Abadi Extra Light"/>
              </a:rPr>
              <a:t>Already working — a generated .eote opens directly in EcoStruxure Operator Terminal Expert, with its screen, tags, alarms and bindings already in place.</a:t>
            </a:r>
          </a:p>
        </p:txBody>
      </p:sp>
      <p:sp>
        <p:nvSpPr>
          <p:cNvPr id="15" name="TextBox 14">
            <a:extLst>
              <a:ext uri="{FF2B5EF4-FFF2-40B4-BE49-F238E27FC236}">
                <a16:creationId xmlns:a16="http://schemas.microsoft.com/office/drawing/2014/main" id="{526FA8E3-634C-87DB-DE78-2E42B8B14D1C}"/>
              </a:ext>
            </a:extLst>
          </p:cNvPr>
          <p:cNvSpPr txBox="1"/>
          <p:nvPr/>
        </p:nvSpPr>
        <p:spPr>
          <a:xfrm>
            <a:off x="201168" y="5084064"/>
            <a:ext cx="5989320" cy="1600200"/>
          </a:xfrm>
          <a:prstGeom prst="rect">
            <a:avLst/>
          </a:prstGeom>
          <a:noFill/>
        </p:spPr>
        <p:txBody>
          <a:bodyPr wrap="square" rtlCol="0">
            <a:spAutoFit/>
          </a:bodyPr>
          <a:lstStyle/>
          <a:p>
            <a:pPr>
              <a:spcAft>
                <a:spcPts val="400"/>
              </a:spcAft>
            </a:pPr>
            <a:r>
              <a:rPr sz="950" b="0">
                <a:solidFill>
                  <a:srgbClr val="242C36"/>
                </a:solidFill>
                <a:latin typeface="Abadi Extra Light"/>
              </a:rPr>
              <a:t>Minutes instead of hours or days to produce a new equipment screen.</a:t>
            </a:r>
            <a:endParaRPr lang="en-IN" i="1">
              <a:solidFill>
                <a:schemeClr val="bg2">
                  <a:lumMod val="75000"/>
                </a:schemeClr>
              </a:solidFill>
              <a:latin typeface="Abadi ExtraLight" panose="020B0204020104020204" pitchFamily="34" charset="0"/>
            </a:endParaRPr>
          </a:p>
          <a:p>
            <a:pPr>
              <a:spcAft>
                <a:spcPts val="400"/>
              </a:spcAft>
            </a:pPr>
            <a:r>
              <a:rPr sz="950" b="0">
                <a:solidFill>
                  <a:srgbClr val="242C36"/>
                </a:solidFill>
                <a:latin typeface="Abadi Extra Light"/>
              </a:rPr>
              <a:t>Automatic tag-to-object binding removes the most repetitive, error-prone step in the job.</a:t>
            </a:r>
          </a:p>
          <a:p>
            <a:pPr>
              <a:spcAft>
                <a:spcPts val="400"/>
              </a:spcAft>
            </a:pPr>
            <a:r>
              <a:rPr sz="950" b="0">
                <a:solidFill>
                  <a:srgbClr val="242C36"/>
                </a:solidFill>
                <a:latin typeface="Abadi Extra Light"/>
              </a:rPr>
              <a:t>Design-time validation catches naming, binding and type errors long before commissioning.</a:t>
            </a:r>
          </a:p>
          <a:p>
            <a:pPr>
              <a:spcAft>
                <a:spcPts val="400"/>
              </a:spcAft>
            </a:pPr>
            <a:r>
              <a:rPr sz="950" b="0">
                <a:solidFill>
                  <a:srgbClr val="242C36"/>
                </a:solidFill>
                <a:latin typeface="Abadi Extra Light"/>
              </a:rPr>
              <a:t>The AI encodes engineering standards, so screens stay consistent across the whole team — and every decision it makes is explained and auditable.</a:t>
            </a:r>
          </a:p>
          <a:p>
            <a:pPr>
              <a:spcAft>
                <a:spcPts val="400"/>
              </a:spcAft>
            </a:pPr>
            <a:r>
              <a:rPr sz="950" b="0">
                <a:solidFill>
                  <a:srgbClr val="242C36"/>
                </a:solidFill>
                <a:latin typeface="Abadi Extra Light"/>
              </a:rPr>
              <a:t>Most AI tools generate a design or some code. HMI Copilot generates the actual engineering artifact — and keeps the engineer in control.</a:t>
            </a:r>
          </a:p>
        </p:txBody>
      </p:sp>
      <p:sp>
        <p:nvSpPr>
          <p:cNvPr id="16" name="TextBox 15">
            <a:extLst>
              <a:ext uri="{FF2B5EF4-FFF2-40B4-BE49-F238E27FC236}">
                <a16:creationId xmlns:a16="http://schemas.microsoft.com/office/drawing/2014/main" id="{11281B43-1308-72E3-0B7C-B5433F395426}"/>
              </a:ext>
            </a:extLst>
          </p:cNvPr>
          <p:cNvSpPr txBox="1"/>
          <p:nvPr/>
        </p:nvSpPr>
        <p:spPr>
          <a:xfrm>
            <a:off x="6601968" y="5065776"/>
            <a:ext cx="2432304" cy="1627632"/>
          </a:xfrm>
          <a:prstGeom prst="rect">
            <a:avLst/>
          </a:prstGeom>
          <a:noFill/>
        </p:spPr>
        <p:txBody>
          <a:bodyPr wrap="square" rtlCol="0">
            <a:spAutoFit/>
          </a:bodyPr>
          <a:lstStyle/>
          <a:p>
            <a:pPr>
              <a:spcAft>
                <a:spcPts val="100"/>
              </a:spcAft>
            </a:pPr>
            <a:r>
              <a:rPr sz="900" b="0">
                <a:solidFill>
                  <a:srgbClr val="242C36"/>
                </a:solidFill>
                <a:latin typeface="Abadi Extra Light"/>
              </a:rPr>
              <a:t>Next.js · React · TypeScript</a:t>
            </a:r>
            <a:endParaRPr lang="en-IN" i="1">
              <a:solidFill>
                <a:schemeClr val="bg2">
                  <a:lumMod val="75000"/>
                </a:schemeClr>
              </a:solidFill>
              <a:latin typeface="Abadi ExtraLight" panose="020B0204020104020204" pitchFamily="34" charset="0"/>
            </a:endParaRPr>
          </a:p>
          <a:p>
            <a:pPr>
              <a:spcAft>
                <a:spcPts val="100"/>
              </a:spcAft>
            </a:pPr>
            <a:r>
              <a:rPr sz="900" b="0">
                <a:solidFill>
                  <a:srgbClr val="242C36"/>
                </a:solidFill>
                <a:latin typeface="Abadi Extra Light"/>
              </a:rPr>
              <a:t>Inline SVG live preview</a:t>
            </a:r>
          </a:p>
          <a:p>
            <a:pPr>
              <a:spcAft>
                <a:spcPts val="100"/>
              </a:spcAft>
            </a:pPr>
            <a:r>
              <a:rPr sz="900" b="0">
                <a:solidFill>
                  <a:srgbClr val="242C36"/>
                </a:solidFill>
                <a:latin typeface="Abadi Extra Light"/>
              </a:rPr>
              <a:t>Zustand + Immer</a:t>
            </a:r>
          </a:p>
          <a:p>
            <a:pPr>
              <a:spcAft>
                <a:spcPts val="100"/>
              </a:spcAft>
            </a:pPr>
            <a:r>
              <a:rPr sz="900" b="0">
                <a:solidFill>
                  <a:srgbClr val="242C36"/>
                </a:solidFill>
                <a:latin typeface="Abadi Extra Light"/>
              </a:rPr>
              <a:t>Claude Opus 5, schema-</a:t>
            </a:r>
          </a:p>
          <a:p>
            <a:pPr>
              <a:spcAft>
                <a:spcPts val="100"/>
              </a:spcAft>
            </a:pPr>
            <a:r>
              <a:rPr sz="900" b="0">
                <a:solidFill>
                  <a:srgbClr val="242C36"/>
                </a:solidFill>
                <a:latin typeface="Abadi Extra Light"/>
              </a:rPr>
              <a:t>   grounded generation</a:t>
            </a:r>
          </a:p>
          <a:p>
            <a:pPr>
              <a:spcAft>
                <a:spcPts val="100"/>
              </a:spcAft>
            </a:pPr>
            <a:r>
              <a:rPr sz="900" b="0">
                <a:solidFill>
                  <a:srgbClr val="242C36"/>
                </a:solidFill>
                <a:latin typeface="Abadi Extra Light"/>
              </a:rPr>
              <a:t>Node runtime backend</a:t>
            </a:r>
          </a:p>
          <a:p>
            <a:pPr>
              <a:spcAft>
                <a:spcPts val="100"/>
              </a:spcAft>
            </a:pPr>
            <a:r>
              <a:rPr sz="900" b="0">
                <a:solidFill>
                  <a:srgbClr val="242C36"/>
                </a:solidFill>
                <a:latin typeface="Abadi Extra Light"/>
              </a:rPr>
              <a:t>SheetJS · JSZip · SQL.js</a:t>
            </a:r>
          </a:p>
          <a:p>
            <a:pPr>
              <a:spcAft>
                <a:spcPts val="100"/>
              </a:spcAft>
            </a:pPr>
            <a:r>
              <a:rPr sz="900" b="0">
                <a:solidFill>
                  <a:srgbClr val="242C36"/>
                </a:solidFill>
                <a:latin typeface="Abadi Extra Light"/>
              </a:rPr>
              <a:t>JSON + SQLite artifacts</a:t>
            </a:r>
          </a:p>
          <a:p>
            <a:pPr>
              <a:spcAft>
                <a:spcPts val="100"/>
              </a:spcAft>
            </a:pPr>
            <a:r>
              <a:rPr sz="900" b="0">
                <a:solidFill>
                  <a:srgbClr val="242C36"/>
                </a:solidFill>
                <a:latin typeface="Abadi Extra Light"/>
              </a:rPr>
              <a:t>EcoStruxure OTE 4.4</a:t>
            </a:r>
          </a:p>
          <a:p>
            <a:pPr>
              <a:spcAft>
                <a:spcPts val="100"/>
              </a:spcAft>
            </a:pPr>
            <a:r>
              <a:rPr sz="900" b="0">
                <a:solidFill>
                  <a:srgbClr val="242C36"/>
                </a:solidFill>
                <a:latin typeface="Abadi Extra Light"/>
              </a:rPr>
              <a:t>Modbus / OPC-UA (sim)</a:t>
            </a:r>
          </a:p>
        </p:txBody>
      </p:sp>
      <p:sp>
        <p:nvSpPr>
          <p:cNvPr id="17" name="TextBox 16">
            <a:extLst>
              <a:ext uri="{FF2B5EF4-FFF2-40B4-BE49-F238E27FC236}">
                <a16:creationId xmlns:a16="http://schemas.microsoft.com/office/drawing/2014/main" id="{B382596D-30D2-989C-F32E-B3AA11FF0A4E}"/>
              </a:ext>
            </a:extLst>
          </p:cNvPr>
          <p:cNvSpPr txBox="1"/>
          <p:nvPr/>
        </p:nvSpPr>
        <p:spPr>
          <a:xfrm>
            <a:off x="7209789" y="512064"/>
            <a:ext cx="1790701" cy="384048"/>
          </a:xfrm>
          <a:prstGeom prst="rect">
            <a:avLst/>
          </a:prstGeom>
          <a:noFill/>
        </p:spPr>
        <p:txBody>
          <a:bodyPr wrap="square" rtlCol="0">
            <a:spAutoFit/>
          </a:bodyPr>
          <a:lstStyle/>
          <a:p>
            <a:pPr>
              <a:spcAft>
                <a:spcPts val="0"/>
              </a:spcAft>
            </a:pPr>
            <a:r>
              <a:rPr sz="900" b="0">
                <a:solidFill>
                  <a:srgbClr val="242C36"/>
                </a:solidFill>
                <a:latin typeface="Abadi Extra Light"/>
              </a:rPr>
              <a:t>&lt;Member 1, Member 2, Member 3&gt;</a:t>
            </a:r>
            <a:endParaRPr lang="en-IN" sz="1200">
              <a:solidFill>
                <a:schemeClr val="bg2">
                  <a:lumMod val="75000"/>
                </a:schemeClr>
              </a:solidFill>
            </a:endParaRPr>
          </a:p>
        </p:txBody>
      </p:sp>
      <p:sp>
        <p:nvSpPr>
          <p:cNvPr id="20" name="TextBox 19">
            <a:extLst>
              <a:ext uri="{FF2B5EF4-FFF2-40B4-BE49-F238E27FC236}">
                <a16:creationId xmlns:a16="http://schemas.microsoft.com/office/drawing/2014/main" id="{761DB01F-E7BD-63C3-F1FB-DCF2ED4DD87F}"/>
              </a:ext>
            </a:extLst>
          </p:cNvPr>
          <p:cNvSpPr txBox="1"/>
          <p:nvPr/>
        </p:nvSpPr>
        <p:spPr>
          <a:xfrm>
            <a:off x="7205732" y="274320"/>
            <a:ext cx="1792224" cy="237744"/>
          </a:xfrm>
          <a:prstGeom prst="rect">
            <a:avLst/>
          </a:prstGeom>
          <a:noFill/>
        </p:spPr>
        <p:txBody>
          <a:bodyPr wrap="square" rtlCol="0">
            <a:spAutoFit/>
          </a:bodyPr>
          <a:lstStyle/>
          <a:p>
            <a:pPr>
              <a:spcAft>
                <a:spcPts val="0"/>
              </a:spcAft>
            </a:pPr>
            <a:r>
              <a:rPr sz="1000" b="1">
                <a:solidFill>
                  <a:srgbClr val="242C36"/>
                </a:solidFill>
                <a:latin typeface="Abadi Extra Light"/>
              </a:rPr>
              <a:t>&lt;Team name&gt;</a:t>
            </a:r>
            <a:endParaRPr lang="en-IN" sz="1200" b="1">
              <a:solidFill>
                <a:schemeClr val="bg2">
                  <a:lumMod val="50000"/>
                </a:schemeClr>
              </a:solidFill>
            </a:endParaRPr>
          </a:p>
        </p:txBody>
      </p:sp>
      <p:pic>
        <p:nvPicPr>
          <p:cNvPr id="51" name="Picture 50" descr="pipeline.png"/>
          <p:cNvPicPr>
            <a:picLocks noChangeAspect="1"/>
          </p:cNvPicPr>
          <p:nvPr/>
        </p:nvPicPr>
        <p:blipFill>
          <a:blip r:embed="rId10"/>
          <a:stretch>
            <a:fillRect/>
          </a:stretch>
        </p:blipFill>
        <p:spPr>
          <a:xfrm>
            <a:off x="4736592" y="1572768"/>
            <a:ext cx="4160520" cy="2651760"/>
          </a:xfrm>
          <a:prstGeom prst="rect">
            <a:avLst/>
          </a:prstGeom>
        </p:spPr>
      </p:pic>
    </p:spTree>
    <p:extLst>
      <p:ext uri="{BB962C8B-B14F-4D97-AF65-F5344CB8AC3E}">
        <p14:creationId xmlns:p14="http://schemas.microsoft.com/office/powerpoint/2010/main" val="2815786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F0F98-6A9E-BD1E-121A-CB903FA2DE3C}"/>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59CD7875-953B-B4E5-0BA1-3C93AA2233FF}"/>
              </a:ext>
            </a:extLst>
          </p:cNvPr>
          <p:cNvGrpSpPr/>
          <p:nvPr/>
        </p:nvGrpSpPr>
        <p:grpSpPr>
          <a:xfrm>
            <a:off x="7205732" y="51951"/>
            <a:ext cx="1884410" cy="830588"/>
            <a:chOff x="50215" y="68745"/>
            <a:chExt cx="1775147" cy="830588"/>
          </a:xfrm>
        </p:grpSpPr>
        <p:sp>
          <p:nvSpPr>
            <p:cNvPr id="2" name="Rectangle: Rounded Corners 1">
              <a:extLst>
                <a:ext uri="{FF2B5EF4-FFF2-40B4-BE49-F238E27FC236}">
                  <a16:creationId xmlns:a16="http://schemas.microsoft.com/office/drawing/2014/main" id="{66D9CF8E-5C47-C2E4-2179-77689235F69C}"/>
                </a:ext>
              </a:extLst>
            </p:cNvPr>
            <p:cNvSpPr/>
            <p:nvPr/>
          </p:nvSpPr>
          <p:spPr>
            <a:xfrm>
              <a:off x="50215" y="94592"/>
              <a:ext cx="1730260" cy="804741"/>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8253230B-1E9C-0CEC-A381-1E55022EC20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7146" y="99523"/>
              <a:ext cx="227906" cy="231642"/>
            </a:xfrm>
            <a:prstGeom prst="rect">
              <a:avLst/>
            </a:prstGeom>
          </p:spPr>
        </p:pic>
        <p:sp>
          <p:nvSpPr>
            <p:cNvPr id="9" name="TextBox 8">
              <a:extLst>
                <a:ext uri="{FF2B5EF4-FFF2-40B4-BE49-F238E27FC236}">
                  <a16:creationId xmlns:a16="http://schemas.microsoft.com/office/drawing/2014/main" id="{BC03A73C-A90F-1FE4-751D-B0FCF3089DDC}"/>
                </a:ext>
              </a:extLst>
            </p:cNvPr>
            <p:cNvSpPr txBox="1"/>
            <p:nvPr/>
          </p:nvSpPr>
          <p:spPr>
            <a:xfrm>
              <a:off x="213419" y="68745"/>
              <a:ext cx="1611943" cy="253916"/>
            </a:xfrm>
            <a:prstGeom prst="rect">
              <a:avLst/>
            </a:prstGeom>
            <a:noFill/>
          </p:spPr>
          <p:txBody>
            <a:bodyPr wrap="square" rtlCol="0">
              <a:spAutoFit/>
            </a:bodyPr>
            <a:lstStyle/>
            <a:p>
              <a:r>
                <a:rPr lang="en-US" sz="1050" b="1">
                  <a:solidFill>
                    <a:schemeClr val="accent6"/>
                  </a:solidFill>
                  <a:latin typeface="Abadi" panose="020B0604020104020204" pitchFamily="34" charset="0"/>
                </a:rPr>
                <a:t>TEAM NAME &amp; MEMBERS</a:t>
              </a:r>
              <a:endParaRPr lang="en-IN" sz="1050" b="1">
                <a:solidFill>
                  <a:schemeClr val="accent6"/>
                </a:solidFill>
                <a:latin typeface="Abadi" panose="020B0604020104020204" pitchFamily="34" charset="0"/>
              </a:endParaRPr>
            </a:p>
          </p:txBody>
        </p:sp>
      </p:grpSp>
      <p:grpSp>
        <p:nvGrpSpPr>
          <p:cNvPr id="30" name="Group 29">
            <a:extLst>
              <a:ext uri="{FF2B5EF4-FFF2-40B4-BE49-F238E27FC236}">
                <a16:creationId xmlns:a16="http://schemas.microsoft.com/office/drawing/2014/main" id="{1B5D7B6C-7615-9699-427F-E3B4C3370645}"/>
              </a:ext>
            </a:extLst>
          </p:cNvPr>
          <p:cNvGrpSpPr/>
          <p:nvPr/>
        </p:nvGrpSpPr>
        <p:grpSpPr>
          <a:xfrm>
            <a:off x="60266" y="926879"/>
            <a:ext cx="9023468" cy="3678985"/>
            <a:chOff x="5662294" y="88682"/>
            <a:chExt cx="3419856" cy="794188"/>
          </a:xfrm>
        </p:grpSpPr>
        <p:sp>
          <p:nvSpPr>
            <p:cNvPr id="31" name="Rectangle: Top Corners Rounded 30">
              <a:extLst>
                <a:ext uri="{FF2B5EF4-FFF2-40B4-BE49-F238E27FC236}">
                  <a16:creationId xmlns:a16="http://schemas.microsoft.com/office/drawing/2014/main" id="{40243D45-6EEB-B26A-C746-2196536EF29B}"/>
                </a:ext>
              </a:extLst>
            </p:cNvPr>
            <p:cNvSpPr/>
            <p:nvPr/>
          </p:nvSpPr>
          <p:spPr>
            <a:xfrm>
              <a:off x="5662294" y="88682"/>
              <a:ext cx="3419856" cy="77906"/>
            </a:xfrm>
            <a:prstGeom prst="round2SameRect">
              <a:avLst>
                <a:gd name="adj1" fmla="val 35015"/>
                <a:gd name="adj2" fmla="val 0"/>
              </a:avLst>
            </a:prstGeom>
            <a:solidFill>
              <a:srgbClr val="00B050"/>
            </a:solidFill>
            <a:ln w="6350">
              <a:solidFill>
                <a:srgbClr val="00B050"/>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r>
                <a:rPr lang="fr-FR" sz="1200" b="1"/>
                <a:t>       PROPOSED SOLUTION</a:t>
              </a:r>
              <a:endParaRPr lang="en-US" sz="1200" i="1"/>
            </a:p>
          </p:txBody>
        </p:sp>
        <p:sp>
          <p:nvSpPr>
            <p:cNvPr id="32" name="Rectangle: Top Corners Rounded 31">
              <a:extLst>
                <a:ext uri="{FF2B5EF4-FFF2-40B4-BE49-F238E27FC236}">
                  <a16:creationId xmlns:a16="http://schemas.microsoft.com/office/drawing/2014/main" id="{57AF47E5-D312-C63F-A504-8ADA6C392120}"/>
                </a:ext>
              </a:extLst>
            </p:cNvPr>
            <p:cNvSpPr/>
            <p:nvPr/>
          </p:nvSpPr>
          <p:spPr>
            <a:xfrm>
              <a:off x="5667756" y="166588"/>
              <a:ext cx="3410584" cy="716282"/>
            </a:xfrm>
            <a:prstGeom prst="round2SameRect">
              <a:avLst>
                <a:gd name="adj1" fmla="val 0"/>
                <a:gd name="adj2" fmla="val 6605"/>
              </a:avLst>
            </a:prstGeom>
            <a:noFill/>
            <a:ln w="1905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endParaRPr lang="en-US" sz="713">
                <a:solidFill>
                  <a:schemeClr val="tx1">
                    <a:lumMod val="65000"/>
                    <a:lumOff val="35000"/>
                  </a:schemeClr>
                </a:solidFill>
                <a:latin typeface="Abadi" panose="020B0604020104020204" pitchFamily="34" charset="0"/>
              </a:endParaRPr>
            </a:p>
          </p:txBody>
        </p:sp>
      </p:grpSp>
      <p:pic>
        <p:nvPicPr>
          <p:cNvPr id="35" name="Picture 34">
            <a:extLst>
              <a:ext uri="{FF2B5EF4-FFF2-40B4-BE49-F238E27FC236}">
                <a16:creationId xmlns:a16="http://schemas.microsoft.com/office/drawing/2014/main" id="{6D3B2AA6-1A12-DFCA-3AFC-A7ED7691B70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47297" y="936822"/>
            <a:ext cx="356640" cy="321845"/>
          </a:xfrm>
          <a:prstGeom prst="rect">
            <a:avLst/>
          </a:prstGeom>
        </p:spPr>
      </p:pic>
      <p:grpSp>
        <p:nvGrpSpPr>
          <p:cNvPr id="36" name="Group 35">
            <a:extLst>
              <a:ext uri="{FF2B5EF4-FFF2-40B4-BE49-F238E27FC236}">
                <a16:creationId xmlns:a16="http://schemas.microsoft.com/office/drawing/2014/main" id="{509E8E75-3AF9-7FD4-DEE5-217F4F1EDD41}"/>
              </a:ext>
            </a:extLst>
          </p:cNvPr>
          <p:cNvGrpSpPr/>
          <p:nvPr/>
        </p:nvGrpSpPr>
        <p:grpSpPr>
          <a:xfrm>
            <a:off x="91471" y="4639729"/>
            <a:ext cx="6283929" cy="2123677"/>
            <a:chOff x="5662294" y="88682"/>
            <a:chExt cx="3419856" cy="794188"/>
          </a:xfrm>
        </p:grpSpPr>
        <p:sp>
          <p:nvSpPr>
            <p:cNvPr id="37" name="Rectangle: Top Corners Rounded 36">
              <a:extLst>
                <a:ext uri="{FF2B5EF4-FFF2-40B4-BE49-F238E27FC236}">
                  <a16:creationId xmlns:a16="http://schemas.microsoft.com/office/drawing/2014/main" id="{27B95F74-9FE1-0222-FE6F-1AE1F594DABF}"/>
                </a:ext>
              </a:extLst>
            </p:cNvPr>
            <p:cNvSpPr/>
            <p:nvPr/>
          </p:nvSpPr>
          <p:spPr>
            <a:xfrm>
              <a:off x="5662294" y="88682"/>
              <a:ext cx="3419856" cy="131508"/>
            </a:xfrm>
            <a:prstGeom prst="round2SameRect">
              <a:avLst>
                <a:gd name="adj1" fmla="val 35015"/>
                <a:gd name="adj2" fmla="val 0"/>
              </a:avLst>
            </a:prstGeom>
            <a:solidFill>
              <a:srgbClr val="00B050"/>
            </a:solidFill>
            <a:ln w="6350">
              <a:solidFill>
                <a:srgbClr val="00B050"/>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r>
                <a:rPr lang="fr-FR" sz="1200" b="1">
                  <a:latin typeface="Abadi" panose="020B0604020104020204" pitchFamily="34" charset="0"/>
                </a:rPr>
                <a:t>     WHY THIS SOLUTION</a:t>
              </a:r>
              <a:endParaRPr lang="en-US" sz="1200" i="1">
                <a:latin typeface="Abadi" panose="020B0604020104020204" pitchFamily="34" charset="0"/>
              </a:endParaRPr>
            </a:p>
          </p:txBody>
        </p:sp>
        <p:sp>
          <p:nvSpPr>
            <p:cNvPr id="38" name="Rectangle: Top Corners Rounded 37">
              <a:extLst>
                <a:ext uri="{FF2B5EF4-FFF2-40B4-BE49-F238E27FC236}">
                  <a16:creationId xmlns:a16="http://schemas.microsoft.com/office/drawing/2014/main" id="{234D8AC8-1DF6-9F1B-EE0B-1CFACC49C722}"/>
                </a:ext>
              </a:extLst>
            </p:cNvPr>
            <p:cNvSpPr/>
            <p:nvPr/>
          </p:nvSpPr>
          <p:spPr>
            <a:xfrm>
              <a:off x="5667756" y="220190"/>
              <a:ext cx="3410584" cy="662680"/>
            </a:xfrm>
            <a:prstGeom prst="round2SameRect">
              <a:avLst>
                <a:gd name="adj1" fmla="val 0"/>
                <a:gd name="adj2" fmla="val 6605"/>
              </a:avLst>
            </a:prstGeom>
            <a:noFill/>
            <a:ln w="1905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endParaRPr lang="en-US" sz="713">
                <a:solidFill>
                  <a:schemeClr val="tx1">
                    <a:lumMod val="65000"/>
                    <a:lumOff val="35000"/>
                  </a:schemeClr>
                </a:solidFill>
                <a:latin typeface="Abadi" panose="020B0604020104020204" pitchFamily="34" charset="0"/>
              </a:endParaRPr>
            </a:p>
          </p:txBody>
        </p:sp>
      </p:grpSp>
      <p:pic>
        <p:nvPicPr>
          <p:cNvPr id="40" name="Picture 39">
            <a:extLst>
              <a:ext uri="{FF2B5EF4-FFF2-40B4-BE49-F238E27FC236}">
                <a16:creationId xmlns:a16="http://schemas.microsoft.com/office/drawing/2014/main" id="{9754C4AB-BF08-899E-0825-CF44118E00BC}"/>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122477" y="4639729"/>
            <a:ext cx="351655" cy="351655"/>
          </a:xfrm>
          <a:prstGeom prst="rect">
            <a:avLst/>
          </a:prstGeom>
        </p:spPr>
      </p:pic>
      <p:grpSp>
        <p:nvGrpSpPr>
          <p:cNvPr id="41" name="Group 40">
            <a:extLst>
              <a:ext uri="{FF2B5EF4-FFF2-40B4-BE49-F238E27FC236}">
                <a16:creationId xmlns:a16="http://schemas.microsoft.com/office/drawing/2014/main" id="{C28415FD-6B52-B890-7BB3-D2140747A777}"/>
              </a:ext>
            </a:extLst>
          </p:cNvPr>
          <p:cNvGrpSpPr/>
          <p:nvPr/>
        </p:nvGrpSpPr>
        <p:grpSpPr>
          <a:xfrm>
            <a:off x="6435448" y="4646546"/>
            <a:ext cx="2646702" cy="2116860"/>
            <a:chOff x="84083" y="94593"/>
            <a:chExt cx="1744717" cy="788276"/>
          </a:xfrm>
        </p:grpSpPr>
        <p:sp>
          <p:nvSpPr>
            <p:cNvPr id="42" name="Rectangle: Rounded Corners 41">
              <a:extLst>
                <a:ext uri="{FF2B5EF4-FFF2-40B4-BE49-F238E27FC236}">
                  <a16:creationId xmlns:a16="http://schemas.microsoft.com/office/drawing/2014/main" id="{16ACC0F6-5D9E-45B8-3686-728BE15408A7}"/>
                </a:ext>
              </a:extLst>
            </p:cNvPr>
            <p:cNvSpPr/>
            <p:nvPr/>
          </p:nvSpPr>
          <p:spPr>
            <a:xfrm>
              <a:off x="84083" y="94593"/>
              <a:ext cx="1744717" cy="788276"/>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F4C4F53F-61C6-F2BE-7235-B2B354B5AB84}"/>
                </a:ext>
              </a:extLst>
            </p:cNvPr>
            <p:cNvSpPr txBox="1"/>
            <p:nvPr/>
          </p:nvSpPr>
          <p:spPr>
            <a:xfrm>
              <a:off x="291463" y="111937"/>
              <a:ext cx="1265559" cy="107135"/>
            </a:xfrm>
            <a:prstGeom prst="rect">
              <a:avLst/>
            </a:prstGeom>
            <a:noFill/>
          </p:spPr>
          <p:txBody>
            <a:bodyPr wrap="square" rtlCol="0">
              <a:spAutoFit/>
            </a:bodyPr>
            <a:lstStyle/>
            <a:p>
              <a:r>
                <a:rPr lang="en-US" sz="1200" b="1">
                  <a:solidFill>
                    <a:schemeClr val="accent6"/>
                  </a:solidFill>
                  <a:latin typeface="Abadi" panose="020B0604020104020204" pitchFamily="34" charset="0"/>
                </a:rPr>
                <a:t> TECHNOLOGY &amp; TOOLS</a:t>
              </a:r>
              <a:endParaRPr lang="en-IN" sz="1200" b="1">
                <a:solidFill>
                  <a:schemeClr val="accent6"/>
                </a:solidFill>
                <a:latin typeface="Abadi" panose="020B0604020104020204" pitchFamily="34" charset="0"/>
              </a:endParaRPr>
            </a:p>
          </p:txBody>
        </p:sp>
      </p:grpSp>
      <p:pic>
        <p:nvPicPr>
          <p:cNvPr id="50" name="Picture 49">
            <a:extLst>
              <a:ext uri="{FF2B5EF4-FFF2-40B4-BE49-F238E27FC236}">
                <a16:creationId xmlns:a16="http://schemas.microsoft.com/office/drawing/2014/main" id="{054A0018-F5AF-92C1-449D-D8DEA895638E}"/>
              </a:ext>
            </a:extLst>
          </p:cNvPr>
          <p:cNvPicPr>
            <a:picLocks noChangeAspect="1"/>
          </p:cNvPicPr>
          <p:nvPr/>
        </p:nvPicPr>
        <p:blipFill>
          <a:blip r:embed="rId8"/>
          <a:stretch>
            <a:fillRect/>
          </a:stretch>
        </p:blipFill>
        <p:spPr>
          <a:xfrm>
            <a:off x="6592672" y="4733141"/>
            <a:ext cx="247685" cy="247685"/>
          </a:xfrm>
          <a:prstGeom prst="rect">
            <a:avLst/>
          </a:prstGeom>
        </p:spPr>
      </p:pic>
      <p:grpSp>
        <p:nvGrpSpPr>
          <p:cNvPr id="18" name="Group 17">
            <a:extLst>
              <a:ext uri="{FF2B5EF4-FFF2-40B4-BE49-F238E27FC236}">
                <a16:creationId xmlns:a16="http://schemas.microsoft.com/office/drawing/2014/main" id="{7754EDF1-E735-860D-6088-329198D873C1}"/>
              </a:ext>
            </a:extLst>
          </p:cNvPr>
          <p:cNvGrpSpPr/>
          <p:nvPr/>
        </p:nvGrpSpPr>
        <p:grpSpPr>
          <a:xfrm>
            <a:off x="3681493" y="88424"/>
            <a:ext cx="3476589" cy="788276"/>
            <a:chOff x="74678" y="88424"/>
            <a:chExt cx="3476589" cy="788276"/>
          </a:xfrm>
        </p:grpSpPr>
        <p:sp>
          <p:nvSpPr>
            <p:cNvPr id="19" name="TextBox 18">
              <a:extLst>
                <a:ext uri="{FF2B5EF4-FFF2-40B4-BE49-F238E27FC236}">
                  <a16:creationId xmlns:a16="http://schemas.microsoft.com/office/drawing/2014/main" id="{99196619-270A-C936-DE8E-814D553C1C7C}"/>
                </a:ext>
              </a:extLst>
            </p:cNvPr>
            <p:cNvSpPr txBox="1"/>
            <p:nvPr/>
          </p:nvSpPr>
          <p:spPr>
            <a:xfrm>
              <a:off x="432252" y="89677"/>
              <a:ext cx="1328814" cy="276999"/>
            </a:xfrm>
            <a:prstGeom prst="rect">
              <a:avLst/>
            </a:prstGeom>
            <a:noFill/>
          </p:spPr>
          <p:txBody>
            <a:bodyPr wrap="square" rtlCol="0">
              <a:spAutoFit/>
            </a:bodyPr>
            <a:lstStyle/>
            <a:p>
              <a:r>
                <a:rPr lang="en-US" sz="1200" b="1">
                  <a:solidFill>
                    <a:schemeClr val="accent6"/>
                  </a:solidFill>
                  <a:latin typeface="Abadi" panose="020B0604020104020204" pitchFamily="34" charset="0"/>
                </a:rPr>
                <a:t>TITLE</a:t>
              </a:r>
              <a:endParaRPr lang="en-IN" sz="1200" b="1">
                <a:solidFill>
                  <a:schemeClr val="accent6"/>
                </a:solidFill>
                <a:latin typeface="Abadi" panose="020B0604020104020204" pitchFamily="34" charset="0"/>
              </a:endParaRPr>
            </a:p>
          </p:txBody>
        </p:sp>
        <p:sp>
          <p:nvSpPr>
            <p:cNvPr id="4" name="Rectangle: Rounded Corners 3">
              <a:extLst>
                <a:ext uri="{FF2B5EF4-FFF2-40B4-BE49-F238E27FC236}">
                  <a16:creationId xmlns:a16="http://schemas.microsoft.com/office/drawing/2014/main" id="{B1081401-CCA7-7D3F-997B-E8C2DA005D6C}"/>
                </a:ext>
              </a:extLst>
            </p:cNvPr>
            <p:cNvSpPr/>
            <p:nvPr/>
          </p:nvSpPr>
          <p:spPr>
            <a:xfrm>
              <a:off x="74678" y="88424"/>
              <a:ext cx="3476589" cy="788276"/>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8" name="Picture 47">
              <a:extLst>
                <a:ext uri="{FF2B5EF4-FFF2-40B4-BE49-F238E27FC236}">
                  <a16:creationId xmlns:a16="http://schemas.microsoft.com/office/drawing/2014/main" id="{A3CCE7DF-D5B5-8C20-C927-ACCB476DDDD4}"/>
                </a:ext>
              </a:extLst>
            </p:cNvPr>
            <p:cNvPicPr>
              <a:picLocks noChangeAspect="1"/>
            </p:cNvPicPr>
            <p:nvPr/>
          </p:nvPicPr>
          <p:blipFill>
            <a:blip r:embed="rId9"/>
            <a:stretch>
              <a:fillRect/>
            </a:stretch>
          </p:blipFill>
          <p:spPr>
            <a:xfrm>
              <a:off x="188805" y="128160"/>
              <a:ext cx="268846" cy="287176"/>
            </a:xfrm>
            <a:prstGeom prst="rect">
              <a:avLst/>
            </a:prstGeom>
          </p:spPr>
        </p:pic>
        <p:sp>
          <p:nvSpPr>
            <p:cNvPr id="11" name="TextBox 10">
              <a:extLst>
                <a:ext uri="{FF2B5EF4-FFF2-40B4-BE49-F238E27FC236}">
                  <a16:creationId xmlns:a16="http://schemas.microsoft.com/office/drawing/2014/main" id="{32D0E900-3C8E-9CD0-D56C-A356893CAE32}"/>
                </a:ext>
              </a:extLst>
            </p:cNvPr>
            <p:cNvSpPr txBox="1"/>
            <p:nvPr/>
          </p:nvSpPr>
          <p:spPr>
            <a:xfrm>
              <a:off x="188805" y="455465"/>
              <a:ext cx="3362462" cy="369332"/>
            </a:xfrm>
            <a:prstGeom prst="rect">
              <a:avLst/>
            </a:prstGeom>
            <a:noFill/>
          </p:spPr>
          <p:txBody>
            <a:bodyPr wrap="square" rtlCol="0">
              <a:spAutoFit/>
            </a:bodyPr>
            <a:lstStyle/>
            <a:p>
              <a:r>
                <a:rPr lang="en-US" i="1">
                  <a:solidFill>
                    <a:schemeClr val="bg2">
                      <a:lumMod val="75000"/>
                    </a:schemeClr>
                  </a:solidFill>
                  <a:latin typeface="Abadi ExtraLight" panose="020B0204020104020204" pitchFamily="34" charset="0"/>
                </a:rPr>
                <a:t>&lt;e.g. An Agent for the software&gt;</a:t>
              </a:r>
              <a:endParaRPr lang="en-IN" i="1">
                <a:solidFill>
                  <a:schemeClr val="bg2">
                    <a:lumMod val="75000"/>
                  </a:schemeClr>
                </a:solidFill>
                <a:latin typeface="Abadi ExtraLight" panose="020B0204020104020204" pitchFamily="34" charset="0"/>
              </a:endParaRPr>
            </a:p>
          </p:txBody>
        </p:sp>
      </p:grpSp>
      <p:grpSp>
        <p:nvGrpSpPr>
          <p:cNvPr id="10" name="Group 9">
            <a:extLst>
              <a:ext uri="{FF2B5EF4-FFF2-40B4-BE49-F238E27FC236}">
                <a16:creationId xmlns:a16="http://schemas.microsoft.com/office/drawing/2014/main" id="{86752F42-D40B-23D4-7AB7-0EC47E937D83}"/>
              </a:ext>
            </a:extLst>
          </p:cNvPr>
          <p:cNvGrpSpPr/>
          <p:nvPr/>
        </p:nvGrpSpPr>
        <p:grpSpPr>
          <a:xfrm>
            <a:off x="51630" y="80089"/>
            <a:ext cx="3597511" cy="844874"/>
            <a:chOff x="3568566" y="69332"/>
            <a:chExt cx="3597511" cy="844874"/>
          </a:xfrm>
        </p:grpSpPr>
        <p:grpSp>
          <p:nvGrpSpPr>
            <p:cNvPr id="29" name="Group 28">
              <a:extLst>
                <a:ext uri="{FF2B5EF4-FFF2-40B4-BE49-F238E27FC236}">
                  <a16:creationId xmlns:a16="http://schemas.microsoft.com/office/drawing/2014/main" id="{5DBC98F4-2D84-A4D3-6FAE-A441C64D88C7}"/>
                </a:ext>
              </a:extLst>
            </p:cNvPr>
            <p:cNvGrpSpPr/>
            <p:nvPr/>
          </p:nvGrpSpPr>
          <p:grpSpPr>
            <a:xfrm>
              <a:off x="3581841" y="69332"/>
              <a:ext cx="3581556" cy="804741"/>
              <a:chOff x="5662294" y="88682"/>
              <a:chExt cx="3419856" cy="794188"/>
            </a:xfrm>
          </p:grpSpPr>
          <p:sp>
            <p:nvSpPr>
              <p:cNvPr id="23" name="Rectangle: Top Corners Rounded 22">
                <a:extLst>
                  <a:ext uri="{FF2B5EF4-FFF2-40B4-BE49-F238E27FC236}">
                    <a16:creationId xmlns:a16="http://schemas.microsoft.com/office/drawing/2014/main" id="{871CD258-C8F1-E78E-C061-DC446DEBE91A}"/>
                  </a:ext>
                </a:extLst>
              </p:cNvPr>
              <p:cNvSpPr/>
              <p:nvPr/>
            </p:nvSpPr>
            <p:spPr>
              <a:xfrm>
                <a:off x="5662294" y="88682"/>
                <a:ext cx="3419856" cy="199185"/>
              </a:xfrm>
              <a:prstGeom prst="round2SameRect">
                <a:avLst>
                  <a:gd name="adj1" fmla="val 35015"/>
                  <a:gd name="adj2" fmla="val 0"/>
                </a:avLst>
              </a:prstGeom>
              <a:solidFill>
                <a:srgbClr val="00B050"/>
              </a:solidFill>
              <a:ln w="6350">
                <a:solidFill>
                  <a:srgbClr val="00B050"/>
                </a:solid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r>
                  <a:rPr lang="fr-FR" sz="1200" b="1">
                    <a:latin typeface="Abadi" panose="020B0604020104020204" pitchFamily="34" charset="0"/>
                  </a:rPr>
                  <a:t>PROBLEM STATEMENT</a:t>
                </a:r>
                <a:endParaRPr lang="en-US" sz="1200" i="1">
                  <a:latin typeface="Abadi" panose="020B0604020104020204" pitchFamily="34" charset="0"/>
                </a:endParaRPr>
              </a:p>
            </p:txBody>
          </p:sp>
          <p:sp>
            <p:nvSpPr>
              <p:cNvPr id="28" name="Rectangle: Top Corners Rounded 27">
                <a:extLst>
                  <a:ext uri="{FF2B5EF4-FFF2-40B4-BE49-F238E27FC236}">
                    <a16:creationId xmlns:a16="http://schemas.microsoft.com/office/drawing/2014/main" id="{12CACB5E-9ACD-E3E5-2A61-C92E22BB908F}"/>
                  </a:ext>
                </a:extLst>
              </p:cNvPr>
              <p:cNvSpPr/>
              <p:nvPr/>
            </p:nvSpPr>
            <p:spPr>
              <a:xfrm>
                <a:off x="5670966" y="295032"/>
                <a:ext cx="3402717" cy="587838"/>
              </a:xfrm>
              <a:prstGeom prst="round2SameRect">
                <a:avLst>
                  <a:gd name="adj1" fmla="val 0"/>
                  <a:gd name="adj2" fmla="val 6605"/>
                </a:avLst>
              </a:prstGeom>
              <a:noFill/>
              <a:ln w="1905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endParaRPr lang="en-US" sz="713">
                  <a:solidFill>
                    <a:schemeClr val="tx1">
                      <a:lumMod val="65000"/>
                      <a:lumOff val="35000"/>
                    </a:schemeClr>
                  </a:solidFill>
                  <a:latin typeface="Abadi" panose="020B0604020104020204" pitchFamily="34" charset="0"/>
                </a:endParaRPr>
              </a:p>
            </p:txBody>
          </p:sp>
        </p:grpSp>
        <p:sp>
          <p:nvSpPr>
            <p:cNvPr id="12" name="TextBox 11">
              <a:extLst>
                <a:ext uri="{FF2B5EF4-FFF2-40B4-BE49-F238E27FC236}">
                  <a16:creationId xmlns:a16="http://schemas.microsoft.com/office/drawing/2014/main" id="{738E1A3F-DA0D-5146-8465-70D97BA12878}"/>
                </a:ext>
              </a:extLst>
            </p:cNvPr>
            <p:cNvSpPr txBox="1"/>
            <p:nvPr/>
          </p:nvSpPr>
          <p:spPr>
            <a:xfrm>
              <a:off x="3568566" y="267875"/>
              <a:ext cx="3597511" cy="646331"/>
            </a:xfrm>
            <a:prstGeom prst="rect">
              <a:avLst/>
            </a:prstGeom>
            <a:noFill/>
          </p:spPr>
          <p:txBody>
            <a:bodyPr wrap="square" rtlCol="0">
              <a:spAutoFit/>
            </a:bodyPr>
            <a:lstStyle/>
            <a:p>
              <a:r>
                <a:rPr lang="en-US" i="1">
                  <a:solidFill>
                    <a:schemeClr val="bg2">
                      <a:lumMod val="75000"/>
                    </a:schemeClr>
                  </a:solidFill>
                  <a:latin typeface="Abadi ExtraLight" panose="020B0204020104020204" pitchFamily="34" charset="0"/>
                </a:rPr>
                <a:t>&lt;Put the problem statement you chose&gt;</a:t>
              </a:r>
              <a:endParaRPr lang="en-IN" i="1">
                <a:solidFill>
                  <a:schemeClr val="bg2">
                    <a:lumMod val="75000"/>
                  </a:schemeClr>
                </a:solidFill>
                <a:latin typeface="Abadi ExtraLight" panose="020B0204020104020204" pitchFamily="34" charset="0"/>
              </a:endParaRPr>
            </a:p>
          </p:txBody>
        </p:sp>
      </p:grpSp>
      <p:sp>
        <p:nvSpPr>
          <p:cNvPr id="14" name="TextBox 13">
            <a:extLst>
              <a:ext uri="{FF2B5EF4-FFF2-40B4-BE49-F238E27FC236}">
                <a16:creationId xmlns:a16="http://schemas.microsoft.com/office/drawing/2014/main" id="{C9C442C0-E97B-03D9-8E17-F0F7C0FC5684}"/>
              </a:ext>
            </a:extLst>
          </p:cNvPr>
          <p:cNvSpPr txBox="1"/>
          <p:nvPr/>
        </p:nvSpPr>
        <p:spPr>
          <a:xfrm>
            <a:off x="535938" y="2623651"/>
            <a:ext cx="4036061" cy="923330"/>
          </a:xfrm>
          <a:prstGeom prst="rect">
            <a:avLst/>
          </a:prstGeom>
          <a:noFill/>
        </p:spPr>
        <p:txBody>
          <a:bodyPr wrap="square" rtlCol="0">
            <a:spAutoFit/>
          </a:bodyPr>
          <a:lstStyle/>
          <a:p>
            <a:r>
              <a:rPr lang="en-US" i="1">
                <a:solidFill>
                  <a:schemeClr val="bg2">
                    <a:lumMod val="75000"/>
                  </a:schemeClr>
                </a:solidFill>
                <a:latin typeface="Abadi ExtraLight" panose="020B0204020104020204" pitchFamily="34" charset="0"/>
              </a:rPr>
              <a:t>&lt;Describe your proposed solution here. Add diagrams &amp; pictures, if necessary, as shown&gt;</a:t>
            </a:r>
            <a:endParaRPr lang="en-IN" i="1">
              <a:solidFill>
                <a:schemeClr val="bg2">
                  <a:lumMod val="75000"/>
                </a:schemeClr>
              </a:solidFill>
              <a:latin typeface="Abadi ExtraLight" panose="020B0204020104020204" pitchFamily="34" charset="0"/>
            </a:endParaRPr>
          </a:p>
        </p:txBody>
      </p:sp>
      <p:sp>
        <p:nvSpPr>
          <p:cNvPr id="15" name="TextBox 14">
            <a:extLst>
              <a:ext uri="{FF2B5EF4-FFF2-40B4-BE49-F238E27FC236}">
                <a16:creationId xmlns:a16="http://schemas.microsoft.com/office/drawing/2014/main" id="{DD3E75A2-8465-4024-8D2F-26C77C9B25AE}"/>
              </a:ext>
            </a:extLst>
          </p:cNvPr>
          <p:cNvSpPr txBox="1"/>
          <p:nvPr/>
        </p:nvSpPr>
        <p:spPr>
          <a:xfrm>
            <a:off x="535938" y="5451641"/>
            <a:ext cx="5509262" cy="646331"/>
          </a:xfrm>
          <a:prstGeom prst="rect">
            <a:avLst/>
          </a:prstGeom>
          <a:noFill/>
        </p:spPr>
        <p:txBody>
          <a:bodyPr wrap="square" rtlCol="0">
            <a:spAutoFit/>
          </a:bodyPr>
          <a:lstStyle/>
          <a:p>
            <a:r>
              <a:rPr lang="en-US" i="1">
                <a:solidFill>
                  <a:schemeClr val="bg2">
                    <a:lumMod val="75000"/>
                  </a:schemeClr>
                </a:solidFill>
                <a:latin typeface="Abadi ExtraLight" panose="020B0204020104020204" pitchFamily="34" charset="0"/>
              </a:rPr>
              <a:t>&lt;Explain the reason for choosing the solution you proposed. Highlight unique abilities and competitive edge&gt;</a:t>
            </a:r>
            <a:endParaRPr lang="en-IN" i="1">
              <a:solidFill>
                <a:schemeClr val="bg2">
                  <a:lumMod val="75000"/>
                </a:schemeClr>
              </a:solidFill>
              <a:latin typeface="Abadi ExtraLight" panose="020B0204020104020204" pitchFamily="34" charset="0"/>
            </a:endParaRPr>
          </a:p>
        </p:txBody>
      </p:sp>
      <p:sp>
        <p:nvSpPr>
          <p:cNvPr id="16" name="TextBox 15">
            <a:extLst>
              <a:ext uri="{FF2B5EF4-FFF2-40B4-BE49-F238E27FC236}">
                <a16:creationId xmlns:a16="http://schemas.microsoft.com/office/drawing/2014/main" id="{A5EA6BD8-4D1E-0C16-14C0-B668E6F0CC76}"/>
              </a:ext>
            </a:extLst>
          </p:cNvPr>
          <p:cNvSpPr txBox="1"/>
          <p:nvPr/>
        </p:nvSpPr>
        <p:spPr>
          <a:xfrm>
            <a:off x="6631721" y="5036142"/>
            <a:ext cx="2410771" cy="1477328"/>
          </a:xfrm>
          <a:prstGeom prst="rect">
            <a:avLst/>
          </a:prstGeom>
          <a:noFill/>
        </p:spPr>
        <p:txBody>
          <a:bodyPr wrap="square" rtlCol="0">
            <a:spAutoFit/>
          </a:bodyPr>
          <a:lstStyle/>
          <a:p>
            <a:r>
              <a:rPr lang="en-US" i="1">
                <a:solidFill>
                  <a:schemeClr val="bg2">
                    <a:lumMod val="75000"/>
                  </a:schemeClr>
                </a:solidFill>
                <a:latin typeface="Abadi ExtraLight" panose="020B0204020104020204" pitchFamily="34" charset="0"/>
              </a:rPr>
              <a:t>&lt;Lists the technologies and tools you will use to implement the solution&gt;</a:t>
            </a:r>
            <a:br>
              <a:rPr lang="en-US" i="1">
                <a:solidFill>
                  <a:schemeClr val="bg2">
                    <a:lumMod val="75000"/>
                  </a:schemeClr>
                </a:solidFill>
                <a:latin typeface="Abadi ExtraLight" panose="020B0204020104020204" pitchFamily="34" charset="0"/>
              </a:rPr>
            </a:br>
            <a:r>
              <a:rPr lang="en-US" i="1" err="1">
                <a:solidFill>
                  <a:schemeClr val="bg2">
                    <a:lumMod val="75000"/>
                  </a:schemeClr>
                </a:solidFill>
                <a:latin typeface="Abadi ExtraLight" panose="020B0204020104020204" pitchFamily="34" charset="0"/>
              </a:rPr>
              <a:t>e.g</a:t>
            </a:r>
            <a:r>
              <a:rPr lang="en-US" i="1">
                <a:solidFill>
                  <a:schemeClr val="bg2">
                    <a:lumMod val="75000"/>
                  </a:schemeClr>
                </a:solidFill>
                <a:latin typeface="Abadi ExtraLight" panose="020B0204020104020204" pitchFamily="34" charset="0"/>
              </a:rPr>
              <a:t> Python, </a:t>
            </a:r>
            <a:br>
              <a:rPr lang="en-US" i="1">
                <a:solidFill>
                  <a:schemeClr val="bg2">
                    <a:lumMod val="75000"/>
                  </a:schemeClr>
                </a:solidFill>
                <a:latin typeface="Abadi ExtraLight" panose="020B0204020104020204" pitchFamily="34" charset="0"/>
              </a:rPr>
            </a:br>
            <a:r>
              <a:rPr lang="en-US" i="1">
                <a:solidFill>
                  <a:schemeClr val="bg2">
                    <a:lumMod val="75000"/>
                  </a:schemeClr>
                </a:solidFill>
                <a:latin typeface="Abadi ExtraLight" panose="020B0204020104020204" pitchFamily="34" charset="0"/>
              </a:rPr>
              <a:t>      Docker etc.</a:t>
            </a:r>
            <a:endParaRPr lang="en-IN" i="1">
              <a:solidFill>
                <a:schemeClr val="bg2">
                  <a:lumMod val="75000"/>
                </a:schemeClr>
              </a:solidFill>
              <a:latin typeface="Abadi ExtraLight" panose="020B0204020104020204" pitchFamily="34" charset="0"/>
            </a:endParaRPr>
          </a:p>
        </p:txBody>
      </p:sp>
      <p:sp>
        <p:nvSpPr>
          <p:cNvPr id="17" name="TextBox 16">
            <a:extLst>
              <a:ext uri="{FF2B5EF4-FFF2-40B4-BE49-F238E27FC236}">
                <a16:creationId xmlns:a16="http://schemas.microsoft.com/office/drawing/2014/main" id="{0FC01DCF-9871-BC0D-C9B4-5C2C50649566}"/>
              </a:ext>
            </a:extLst>
          </p:cNvPr>
          <p:cNvSpPr txBox="1"/>
          <p:nvPr/>
        </p:nvSpPr>
        <p:spPr>
          <a:xfrm>
            <a:off x="7217926" y="533834"/>
            <a:ext cx="1790701" cy="276999"/>
          </a:xfrm>
          <a:prstGeom prst="rect">
            <a:avLst/>
          </a:prstGeom>
          <a:noFill/>
        </p:spPr>
        <p:txBody>
          <a:bodyPr wrap="square" rtlCol="0">
            <a:spAutoFit/>
          </a:bodyPr>
          <a:lstStyle/>
          <a:p>
            <a:r>
              <a:rPr lang="en-US" sz="1200">
                <a:solidFill>
                  <a:schemeClr val="bg2">
                    <a:lumMod val="75000"/>
                  </a:schemeClr>
                </a:solidFill>
              </a:rPr>
              <a:t>&lt;Asha, Nithin, Deepak&gt;</a:t>
            </a:r>
            <a:endParaRPr lang="en-IN" sz="1200">
              <a:solidFill>
                <a:schemeClr val="bg2">
                  <a:lumMod val="75000"/>
                </a:schemeClr>
              </a:solidFill>
            </a:endParaRPr>
          </a:p>
        </p:txBody>
      </p:sp>
      <p:sp>
        <p:nvSpPr>
          <p:cNvPr id="20" name="TextBox 19">
            <a:extLst>
              <a:ext uri="{FF2B5EF4-FFF2-40B4-BE49-F238E27FC236}">
                <a16:creationId xmlns:a16="http://schemas.microsoft.com/office/drawing/2014/main" id="{5368EB59-1AD4-B1E0-80EB-EEE1C651B6B2}"/>
              </a:ext>
            </a:extLst>
          </p:cNvPr>
          <p:cNvSpPr txBox="1"/>
          <p:nvPr/>
        </p:nvSpPr>
        <p:spPr>
          <a:xfrm>
            <a:off x="7205732" y="272312"/>
            <a:ext cx="1154617" cy="276999"/>
          </a:xfrm>
          <a:prstGeom prst="rect">
            <a:avLst/>
          </a:prstGeom>
          <a:noFill/>
        </p:spPr>
        <p:txBody>
          <a:bodyPr wrap="square" rtlCol="0">
            <a:spAutoFit/>
          </a:bodyPr>
          <a:lstStyle/>
          <a:p>
            <a:r>
              <a:rPr lang="en-US" sz="1200" b="1">
                <a:solidFill>
                  <a:schemeClr val="bg2">
                    <a:lumMod val="50000"/>
                  </a:schemeClr>
                </a:solidFill>
              </a:rPr>
              <a:t>&lt;Zenith&gt;</a:t>
            </a:r>
            <a:endParaRPr lang="en-IN" sz="1200" b="1">
              <a:solidFill>
                <a:schemeClr val="bg2">
                  <a:lumMod val="50000"/>
                </a:schemeClr>
              </a:solidFill>
            </a:endParaRPr>
          </a:p>
        </p:txBody>
      </p:sp>
      <p:pic>
        <p:nvPicPr>
          <p:cNvPr id="8" name="Picture 7">
            <a:extLst>
              <a:ext uri="{FF2B5EF4-FFF2-40B4-BE49-F238E27FC236}">
                <a16:creationId xmlns:a16="http://schemas.microsoft.com/office/drawing/2014/main" id="{680E9BFA-42C7-4AD1-1056-2D9BA0746964}"/>
              </a:ext>
            </a:extLst>
          </p:cNvPr>
          <p:cNvPicPr>
            <a:picLocks noChangeAspect="1"/>
          </p:cNvPicPr>
          <p:nvPr/>
        </p:nvPicPr>
        <p:blipFill>
          <a:blip r:embed="rId10"/>
          <a:stretch>
            <a:fillRect/>
          </a:stretch>
        </p:blipFill>
        <p:spPr>
          <a:xfrm>
            <a:off x="4803708" y="1592045"/>
            <a:ext cx="4038264" cy="2543841"/>
          </a:xfrm>
          <a:prstGeom prst="rect">
            <a:avLst/>
          </a:prstGeom>
        </p:spPr>
      </p:pic>
    </p:spTree>
    <p:extLst>
      <p:ext uri="{BB962C8B-B14F-4D97-AF65-F5344CB8AC3E}">
        <p14:creationId xmlns:p14="http://schemas.microsoft.com/office/powerpoint/2010/main" val="2020369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29EAEDEC6A6DF45A1C62F1AB9232A3C" ma:contentTypeVersion="3" ma:contentTypeDescription="Create a new document." ma:contentTypeScope="" ma:versionID="e371333f2bcae319e9c67290c781516b">
  <xsd:schema xmlns:xsd="http://www.w3.org/2001/XMLSchema" xmlns:xs="http://www.w3.org/2001/XMLSchema" xmlns:p="http://schemas.microsoft.com/office/2006/metadata/properties" xmlns:ns2="41af7eeb-dc56-4a46-909f-199c47e1fb46" targetNamespace="http://schemas.microsoft.com/office/2006/metadata/properties" ma:root="true" ma:fieldsID="5bd42d364edc3558729a3ef3cac30184" ns2:_="">
    <xsd:import namespace="41af7eeb-dc56-4a46-909f-199c47e1fb4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af7eeb-dc56-4a46-909f-199c47e1fb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4DCCF50-B89E-4E25-85E3-0EF5CC24640F}">
  <ds:schemaRefs>
    <ds:schemaRef ds:uri="41af7eeb-dc56-4a46-909f-199c47e1fb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153055B-1936-4206-A5C3-4146D2825B65}">
  <ds:schemaRefs>
    <ds:schemaRef ds:uri="http://schemas.microsoft.com/sharepoint/v3/contenttype/forms"/>
  </ds:schemaRefs>
</ds:datastoreItem>
</file>

<file path=customXml/itemProps3.xml><?xml version="1.0" encoding="utf-8"?>
<ds:datastoreItem xmlns:ds="http://schemas.openxmlformats.org/officeDocument/2006/customXml" ds:itemID="{960AEB9D-849D-46B9-A864-CADDA66F8949}">
  <ds:schemaRefs>
    <ds:schemaRef ds:uri="41af7eeb-dc56-4a46-909f-199c47e1fb4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7443d00-af18-408c-9335-47b5de3ec9b9}" enabled="1" method="Privileged" siteId="{6e51e1ad-c54b-4b39-b598-0ffe9ae68fef}" contentBits="2"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Slides>
  <Notes>0</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BHATTACHARJEE</dc:creator>
  <cp:revision>1</cp:revision>
  <dcterms:created xsi:type="dcterms:W3CDTF">2026-06-19T11:43:20Z</dcterms:created>
  <dcterms:modified xsi:type="dcterms:W3CDTF">2026-09-09T09:05:13Z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General</vt:lpwstr>
  </property>
  <property fmtid="{D5CDD505-2E9C-101B-9397-08002B2CF9AE}" pid="4" name="ContentTypeId">
    <vt:lpwstr>0x010100E29EAEDEC6A6DF45A1C62F1AB9232A3C</vt:lpwstr>
  </property>
</Properties>
</file>